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9" r:id="rId3"/>
    <p:sldId id="278" r:id="rId4"/>
    <p:sldId id="270" r:id="rId5"/>
    <p:sldId id="271" r:id="rId6"/>
    <p:sldId id="272" r:id="rId7"/>
    <p:sldId id="279" r:id="rId8"/>
    <p:sldId id="273" r:id="rId9"/>
    <p:sldId id="274" r:id="rId10"/>
    <p:sldId id="275" r:id="rId11"/>
    <p:sldId id="277" r:id="rId12"/>
    <p:sldId id="28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51"/>
    <p:restoredTop sz="60230"/>
  </p:normalViewPr>
  <p:slideViewPr>
    <p:cSldViewPr snapToGrid="0" snapToObjects="1">
      <p:cViewPr varScale="1">
        <p:scale>
          <a:sx n="74" d="100"/>
          <a:sy n="74" d="100"/>
        </p:scale>
        <p:origin x="112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3CE3080-801C-0B4B-A4E4-60CEE72ED044}" type="doc">
      <dgm:prSet loTypeId="urn:microsoft.com/office/officeart/2005/8/layout/cycle2" loCatId="" qsTypeId="urn:microsoft.com/office/officeart/2005/8/quickstyle/3d1" qsCatId="3D" csTypeId="urn:microsoft.com/office/officeart/2005/8/colors/colorful5" csCatId="colorful" phldr="1"/>
      <dgm:spPr/>
      <dgm:t>
        <a:bodyPr/>
        <a:lstStyle/>
        <a:p>
          <a:endParaRPr lang="en-US"/>
        </a:p>
      </dgm:t>
    </dgm:pt>
    <dgm:pt modelId="{73015939-71F1-9A43-B136-6938223504E4}">
      <dgm:prSet phldrT="[Text]" custT="1"/>
      <dgm:spPr/>
      <dgm:t>
        <a:bodyPr/>
        <a:lstStyle/>
        <a:p>
          <a:r>
            <a:rPr lang="en-US" sz="800" dirty="0"/>
            <a:t>Inorganic carbon in the lithosphere, ocean and atmosphere</a:t>
          </a:r>
        </a:p>
      </dgm:t>
    </dgm:pt>
    <dgm:pt modelId="{F0490B90-EF6B-5243-9019-CFFC7F2861F3}" type="parTrans" cxnId="{5A8A6FD4-985B-5645-BD56-EA493180FF94}">
      <dgm:prSet/>
      <dgm:spPr/>
      <dgm:t>
        <a:bodyPr/>
        <a:lstStyle/>
        <a:p>
          <a:endParaRPr lang="en-US" sz="800"/>
        </a:p>
      </dgm:t>
    </dgm:pt>
    <dgm:pt modelId="{3807B87B-BEAB-7F4C-9557-D03FB45C8CC7}" type="sibTrans" cxnId="{5A8A6FD4-985B-5645-BD56-EA493180FF94}">
      <dgm:prSet custT="1"/>
      <dgm:spPr/>
      <dgm:t>
        <a:bodyPr/>
        <a:lstStyle/>
        <a:p>
          <a:endParaRPr lang="en-US" sz="800"/>
        </a:p>
      </dgm:t>
    </dgm:pt>
    <dgm:pt modelId="{E70872E9-78EB-A644-AEA8-BFAE0E5F313D}">
      <dgm:prSet phldrT="[Text]" custT="1"/>
      <dgm:spPr/>
      <dgm:t>
        <a:bodyPr/>
        <a:lstStyle/>
        <a:p>
          <a:r>
            <a:rPr lang="en-US" sz="800" dirty="0"/>
            <a:t>Fixation by chemoautotrophs and photoautotrophs</a:t>
          </a:r>
        </a:p>
      </dgm:t>
    </dgm:pt>
    <dgm:pt modelId="{79E112C9-2782-4345-AD69-E2C0BE325EB9}" type="parTrans" cxnId="{71C3A153-E82A-A64A-B7DC-3ADBF551C1E0}">
      <dgm:prSet/>
      <dgm:spPr/>
      <dgm:t>
        <a:bodyPr/>
        <a:lstStyle/>
        <a:p>
          <a:endParaRPr lang="en-US" sz="800"/>
        </a:p>
      </dgm:t>
    </dgm:pt>
    <dgm:pt modelId="{0C1DA2C3-C929-CD49-A0BE-1371AED75E6E}" type="sibTrans" cxnId="{71C3A153-E82A-A64A-B7DC-3ADBF551C1E0}">
      <dgm:prSet custT="1"/>
      <dgm:spPr/>
      <dgm:t>
        <a:bodyPr/>
        <a:lstStyle/>
        <a:p>
          <a:endParaRPr lang="en-US" sz="800"/>
        </a:p>
      </dgm:t>
    </dgm:pt>
    <dgm:pt modelId="{6A660DBB-0EAB-AB46-AAAB-DF50014AA6C5}">
      <dgm:prSet phldrT="[Text]" custT="1"/>
      <dgm:spPr/>
      <dgm:t>
        <a:bodyPr/>
        <a:lstStyle/>
        <a:p>
          <a:r>
            <a:rPr lang="en-US" sz="800" dirty="0"/>
            <a:t>Organic carbon available to higher trophic levels (chemoheterotrophs)</a:t>
          </a:r>
        </a:p>
      </dgm:t>
    </dgm:pt>
    <dgm:pt modelId="{8F7E227A-2A31-684C-8FD0-4CCF8E971883}" type="parTrans" cxnId="{5B54C92E-1B17-DE4C-BE5C-5BB838B72D04}">
      <dgm:prSet/>
      <dgm:spPr/>
      <dgm:t>
        <a:bodyPr/>
        <a:lstStyle/>
        <a:p>
          <a:endParaRPr lang="en-US" sz="800"/>
        </a:p>
      </dgm:t>
    </dgm:pt>
    <dgm:pt modelId="{3B334D45-553C-4447-B16B-F1918800D13D}" type="sibTrans" cxnId="{5B54C92E-1B17-DE4C-BE5C-5BB838B72D04}">
      <dgm:prSet custT="1"/>
      <dgm:spPr/>
      <dgm:t>
        <a:bodyPr/>
        <a:lstStyle/>
        <a:p>
          <a:endParaRPr lang="en-US" sz="800"/>
        </a:p>
      </dgm:t>
    </dgm:pt>
    <dgm:pt modelId="{DB291FE4-F70F-244A-84F4-1769261F3C0B}">
      <dgm:prSet phldrT="[Text]" custT="1"/>
      <dgm:spPr/>
      <dgm:t>
        <a:bodyPr/>
        <a:lstStyle/>
        <a:p>
          <a:r>
            <a:rPr lang="en-US" sz="800" dirty="0"/>
            <a:t>Organic carbon transformed into inorganic carbon by respiration, decomposition and fossil fuel burning</a:t>
          </a:r>
        </a:p>
      </dgm:t>
    </dgm:pt>
    <dgm:pt modelId="{FF2E462C-E8D5-294D-B3A8-C8823951B632}" type="parTrans" cxnId="{745ECAC8-1F3C-F04D-A282-A6090164EAD9}">
      <dgm:prSet/>
      <dgm:spPr/>
      <dgm:t>
        <a:bodyPr/>
        <a:lstStyle/>
        <a:p>
          <a:endParaRPr lang="en-US" sz="800"/>
        </a:p>
      </dgm:t>
    </dgm:pt>
    <dgm:pt modelId="{ABE05F1F-E3E2-344F-A3EE-972514D8C3B6}" type="sibTrans" cxnId="{745ECAC8-1F3C-F04D-A282-A6090164EAD9}">
      <dgm:prSet custT="1"/>
      <dgm:spPr/>
      <dgm:t>
        <a:bodyPr/>
        <a:lstStyle/>
        <a:p>
          <a:endParaRPr lang="en-US" sz="800"/>
        </a:p>
      </dgm:t>
    </dgm:pt>
    <dgm:pt modelId="{029FDBC7-CBCB-BA40-B623-093211DD0561}" type="pres">
      <dgm:prSet presAssocID="{03CE3080-801C-0B4B-A4E4-60CEE72ED044}" presName="cycle" presStyleCnt="0">
        <dgm:presLayoutVars>
          <dgm:dir/>
          <dgm:resizeHandles val="exact"/>
        </dgm:presLayoutVars>
      </dgm:prSet>
      <dgm:spPr/>
    </dgm:pt>
    <dgm:pt modelId="{9D30F5FC-6BEC-7440-9675-8A25A483FA22}" type="pres">
      <dgm:prSet presAssocID="{73015939-71F1-9A43-B136-6938223504E4}" presName="node" presStyleLbl="node1" presStyleIdx="0" presStyleCnt="4">
        <dgm:presLayoutVars>
          <dgm:bulletEnabled val="1"/>
        </dgm:presLayoutVars>
      </dgm:prSet>
      <dgm:spPr/>
    </dgm:pt>
    <dgm:pt modelId="{95A09DDD-FCDF-7D4A-BDD7-94077CC7CF29}" type="pres">
      <dgm:prSet presAssocID="{3807B87B-BEAB-7F4C-9557-D03FB45C8CC7}" presName="sibTrans" presStyleLbl="sibTrans2D1" presStyleIdx="0" presStyleCnt="4"/>
      <dgm:spPr/>
    </dgm:pt>
    <dgm:pt modelId="{5B1BBA1C-5C45-6240-8E1C-85AFC2C0D107}" type="pres">
      <dgm:prSet presAssocID="{3807B87B-BEAB-7F4C-9557-D03FB45C8CC7}" presName="connectorText" presStyleLbl="sibTrans2D1" presStyleIdx="0" presStyleCnt="4"/>
      <dgm:spPr/>
    </dgm:pt>
    <dgm:pt modelId="{D778625E-0A98-6844-B87F-FC442C571990}" type="pres">
      <dgm:prSet presAssocID="{E70872E9-78EB-A644-AEA8-BFAE0E5F313D}" presName="node" presStyleLbl="node1" presStyleIdx="1" presStyleCnt="4">
        <dgm:presLayoutVars>
          <dgm:bulletEnabled val="1"/>
        </dgm:presLayoutVars>
      </dgm:prSet>
      <dgm:spPr/>
    </dgm:pt>
    <dgm:pt modelId="{6DD3389C-D49D-3549-BD87-09FDC9F83AA3}" type="pres">
      <dgm:prSet presAssocID="{0C1DA2C3-C929-CD49-A0BE-1371AED75E6E}" presName="sibTrans" presStyleLbl="sibTrans2D1" presStyleIdx="1" presStyleCnt="4"/>
      <dgm:spPr/>
    </dgm:pt>
    <dgm:pt modelId="{131E9CC4-1A13-7E49-899E-E133E9EE2F19}" type="pres">
      <dgm:prSet presAssocID="{0C1DA2C3-C929-CD49-A0BE-1371AED75E6E}" presName="connectorText" presStyleLbl="sibTrans2D1" presStyleIdx="1" presStyleCnt="4"/>
      <dgm:spPr/>
    </dgm:pt>
    <dgm:pt modelId="{A32FD4E3-F6D0-0246-964E-A47D05FA8164}" type="pres">
      <dgm:prSet presAssocID="{6A660DBB-0EAB-AB46-AAAB-DF50014AA6C5}" presName="node" presStyleLbl="node1" presStyleIdx="2" presStyleCnt="4">
        <dgm:presLayoutVars>
          <dgm:bulletEnabled val="1"/>
        </dgm:presLayoutVars>
      </dgm:prSet>
      <dgm:spPr/>
    </dgm:pt>
    <dgm:pt modelId="{5E017F74-F42C-B54B-B5FD-7487DBD385B7}" type="pres">
      <dgm:prSet presAssocID="{3B334D45-553C-4447-B16B-F1918800D13D}" presName="sibTrans" presStyleLbl="sibTrans2D1" presStyleIdx="2" presStyleCnt="4"/>
      <dgm:spPr/>
    </dgm:pt>
    <dgm:pt modelId="{4C95F5B7-9179-2A4B-BD77-680403831DD3}" type="pres">
      <dgm:prSet presAssocID="{3B334D45-553C-4447-B16B-F1918800D13D}" presName="connectorText" presStyleLbl="sibTrans2D1" presStyleIdx="2" presStyleCnt="4"/>
      <dgm:spPr/>
    </dgm:pt>
    <dgm:pt modelId="{85D32C1A-C675-8F45-9944-732EE0E7DB29}" type="pres">
      <dgm:prSet presAssocID="{DB291FE4-F70F-244A-84F4-1769261F3C0B}" presName="node" presStyleLbl="node1" presStyleIdx="3" presStyleCnt="4">
        <dgm:presLayoutVars>
          <dgm:bulletEnabled val="1"/>
        </dgm:presLayoutVars>
      </dgm:prSet>
      <dgm:spPr/>
    </dgm:pt>
    <dgm:pt modelId="{D9B25F99-6986-1244-A8F5-9C047E437436}" type="pres">
      <dgm:prSet presAssocID="{ABE05F1F-E3E2-344F-A3EE-972514D8C3B6}" presName="sibTrans" presStyleLbl="sibTrans2D1" presStyleIdx="3" presStyleCnt="4"/>
      <dgm:spPr/>
    </dgm:pt>
    <dgm:pt modelId="{811D5C60-1D1B-6943-B929-19CFB85658AC}" type="pres">
      <dgm:prSet presAssocID="{ABE05F1F-E3E2-344F-A3EE-972514D8C3B6}" presName="connectorText" presStyleLbl="sibTrans2D1" presStyleIdx="3" presStyleCnt="4"/>
      <dgm:spPr/>
    </dgm:pt>
  </dgm:ptLst>
  <dgm:cxnLst>
    <dgm:cxn modelId="{AB2E951D-0B8E-2441-ACEC-1DBACF2D4DE1}" type="presOf" srcId="{ABE05F1F-E3E2-344F-A3EE-972514D8C3B6}" destId="{D9B25F99-6986-1244-A8F5-9C047E437436}" srcOrd="0" destOrd="0" presId="urn:microsoft.com/office/officeart/2005/8/layout/cycle2"/>
    <dgm:cxn modelId="{5B54C92E-1B17-DE4C-BE5C-5BB838B72D04}" srcId="{03CE3080-801C-0B4B-A4E4-60CEE72ED044}" destId="{6A660DBB-0EAB-AB46-AAAB-DF50014AA6C5}" srcOrd="2" destOrd="0" parTransId="{8F7E227A-2A31-684C-8FD0-4CCF8E971883}" sibTransId="{3B334D45-553C-4447-B16B-F1918800D13D}"/>
    <dgm:cxn modelId="{71C3A153-E82A-A64A-B7DC-3ADBF551C1E0}" srcId="{03CE3080-801C-0B4B-A4E4-60CEE72ED044}" destId="{E70872E9-78EB-A644-AEA8-BFAE0E5F313D}" srcOrd="1" destOrd="0" parTransId="{79E112C9-2782-4345-AD69-E2C0BE325EB9}" sibTransId="{0C1DA2C3-C929-CD49-A0BE-1371AED75E6E}"/>
    <dgm:cxn modelId="{7359CE53-5A46-EF4F-83C6-F10E190150D8}" type="presOf" srcId="{3807B87B-BEAB-7F4C-9557-D03FB45C8CC7}" destId="{95A09DDD-FCDF-7D4A-BDD7-94077CC7CF29}" srcOrd="0" destOrd="0" presId="urn:microsoft.com/office/officeart/2005/8/layout/cycle2"/>
    <dgm:cxn modelId="{843CA065-B271-524E-87C8-59D9B7C4137D}" type="presOf" srcId="{0C1DA2C3-C929-CD49-A0BE-1371AED75E6E}" destId="{131E9CC4-1A13-7E49-899E-E133E9EE2F19}" srcOrd="1" destOrd="0" presId="urn:microsoft.com/office/officeart/2005/8/layout/cycle2"/>
    <dgm:cxn modelId="{0FF2FF68-9BA1-5542-AC84-C207C26A2AEF}" type="presOf" srcId="{73015939-71F1-9A43-B136-6938223504E4}" destId="{9D30F5FC-6BEC-7440-9675-8A25A483FA22}" srcOrd="0" destOrd="0" presId="urn:microsoft.com/office/officeart/2005/8/layout/cycle2"/>
    <dgm:cxn modelId="{4BC2546D-CEFF-054A-96DA-A20DC73A71F6}" type="presOf" srcId="{E70872E9-78EB-A644-AEA8-BFAE0E5F313D}" destId="{D778625E-0A98-6844-B87F-FC442C571990}" srcOrd="0" destOrd="0" presId="urn:microsoft.com/office/officeart/2005/8/layout/cycle2"/>
    <dgm:cxn modelId="{66064272-8097-FA43-9027-1D148117D723}" type="presOf" srcId="{0C1DA2C3-C929-CD49-A0BE-1371AED75E6E}" destId="{6DD3389C-D49D-3549-BD87-09FDC9F83AA3}" srcOrd="0" destOrd="0" presId="urn:microsoft.com/office/officeart/2005/8/layout/cycle2"/>
    <dgm:cxn modelId="{E5A83A8D-5B5B-A74C-A313-6F957FA8AE22}" type="presOf" srcId="{3807B87B-BEAB-7F4C-9557-D03FB45C8CC7}" destId="{5B1BBA1C-5C45-6240-8E1C-85AFC2C0D107}" srcOrd="1" destOrd="0" presId="urn:microsoft.com/office/officeart/2005/8/layout/cycle2"/>
    <dgm:cxn modelId="{B9A4C793-1E6C-284C-AC26-A9D0EBB41FB9}" type="presOf" srcId="{ABE05F1F-E3E2-344F-A3EE-972514D8C3B6}" destId="{811D5C60-1D1B-6943-B929-19CFB85658AC}" srcOrd="1" destOrd="0" presId="urn:microsoft.com/office/officeart/2005/8/layout/cycle2"/>
    <dgm:cxn modelId="{D9C3CDAF-BA5D-E643-A83B-382E95616398}" type="presOf" srcId="{6A660DBB-0EAB-AB46-AAAB-DF50014AA6C5}" destId="{A32FD4E3-F6D0-0246-964E-A47D05FA8164}" srcOrd="0" destOrd="0" presId="urn:microsoft.com/office/officeart/2005/8/layout/cycle2"/>
    <dgm:cxn modelId="{11B238B9-F4E1-B440-B2DC-E055E7DF4DCA}" type="presOf" srcId="{03CE3080-801C-0B4B-A4E4-60CEE72ED044}" destId="{029FDBC7-CBCB-BA40-B623-093211DD0561}" srcOrd="0" destOrd="0" presId="urn:microsoft.com/office/officeart/2005/8/layout/cycle2"/>
    <dgm:cxn modelId="{D5BF84C7-5631-5C40-B6E3-F3CA61E4AB14}" type="presOf" srcId="{3B334D45-553C-4447-B16B-F1918800D13D}" destId="{4C95F5B7-9179-2A4B-BD77-680403831DD3}" srcOrd="1" destOrd="0" presId="urn:microsoft.com/office/officeart/2005/8/layout/cycle2"/>
    <dgm:cxn modelId="{A56047C8-3E27-764A-AA2D-F756009D29F7}" type="presOf" srcId="{3B334D45-553C-4447-B16B-F1918800D13D}" destId="{5E017F74-F42C-B54B-B5FD-7487DBD385B7}" srcOrd="0" destOrd="0" presId="urn:microsoft.com/office/officeart/2005/8/layout/cycle2"/>
    <dgm:cxn modelId="{745ECAC8-1F3C-F04D-A282-A6090164EAD9}" srcId="{03CE3080-801C-0B4B-A4E4-60CEE72ED044}" destId="{DB291FE4-F70F-244A-84F4-1769261F3C0B}" srcOrd="3" destOrd="0" parTransId="{FF2E462C-E8D5-294D-B3A8-C8823951B632}" sibTransId="{ABE05F1F-E3E2-344F-A3EE-972514D8C3B6}"/>
    <dgm:cxn modelId="{5A8A6FD4-985B-5645-BD56-EA493180FF94}" srcId="{03CE3080-801C-0B4B-A4E4-60CEE72ED044}" destId="{73015939-71F1-9A43-B136-6938223504E4}" srcOrd="0" destOrd="0" parTransId="{F0490B90-EF6B-5243-9019-CFFC7F2861F3}" sibTransId="{3807B87B-BEAB-7F4C-9557-D03FB45C8CC7}"/>
    <dgm:cxn modelId="{3BB2ADFC-AB0C-0841-BE1D-557E5BB77376}" type="presOf" srcId="{DB291FE4-F70F-244A-84F4-1769261F3C0B}" destId="{85D32C1A-C675-8F45-9944-732EE0E7DB29}" srcOrd="0" destOrd="0" presId="urn:microsoft.com/office/officeart/2005/8/layout/cycle2"/>
    <dgm:cxn modelId="{CAD09A2D-D389-7444-8EBB-FB3F10EEE9C2}" type="presParOf" srcId="{029FDBC7-CBCB-BA40-B623-093211DD0561}" destId="{9D30F5FC-6BEC-7440-9675-8A25A483FA22}" srcOrd="0" destOrd="0" presId="urn:microsoft.com/office/officeart/2005/8/layout/cycle2"/>
    <dgm:cxn modelId="{B6FEF103-278A-A04E-9735-97D1B646C6A5}" type="presParOf" srcId="{029FDBC7-CBCB-BA40-B623-093211DD0561}" destId="{95A09DDD-FCDF-7D4A-BDD7-94077CC7CF29}" srcOrd="1" destOrd="0" presId="urn:microsoft.com/office/officeart/2005/8/layout/cycle2"/>
    <dgm:cxn modelId="{57C21AF1-3A42-9A47-B275-4F9D21B8F06A}" type="presParOf" srcId="{95A09DDD-FCDF-7D4A-BDD7-94077CC7CF29}" destId="{5B1BBA1C-5C45-6240-8E1C-85AFC2C0D107}" srcOrd="0" destOrd="0" presId="urn:microsoft.com/office/officeart/2005/8/layout/cycle2"/>
    <dgm:cxn modelId="{BD10E138-65BB-D347-BF5D-E534EE4984A4}" type="presParOf" srcId="{029FDBC7-CBCB-BA40-B623-093211DD0561}" destId="{D778625E-0A98-6844-B87F-FC442C571990}" srcOrd="2" destOrd="0" presId="urn:microsoft.com/office/officeart/2005/8/layout/cycle2"/>
    <dgm:cxn modelId="{9B5B8D42-F250-0A46-95A2-E35602ADEBD7}" type="presParOf" srcId="{029FDBC7-CBCB-BA40-B623-093211DD0561}" destId="{6DD3389C-D49D-3549-BD87-09FDC9F83AA3}" srcOrd="3" destOrd="0" presId="urn:microsoft.com/office/officeart/2005/8/layout/cycle2"/>
    <dgm:cxn modelId="{C2370538-DB1C-3B46-A8C4-0E2044081F54}" type="presParOf" srcId="{6DD3389C-D49D-3549-BD87-09FDC9F83AA3}" destId="{131E9CC4-1A13-7E49-899E-E133E9EE2F19}" srcOrd="0" destOrd="0" presId="urn:microsoft.com/office/officeart/2005/8/layout/cycle2"/>
    <dgm:cxn modelId="{96B09EFC-470B-3C4F-893D-7556CBD3CE5C}" type="presParOf" srcId="{029FDBC7-CBCB-BA40-B623-093211DD0561}" destId="{A32FD4E3-F6D0-0246-964E-A47D05FA8164}" srcOrd="4" destOrd="0" presId="urn:microsoft.com/office/officeart/2005/8/layout/cycle2"/>
    <dgm:cxn modelId="{F61DB680-579C-5940-8F49-0AE7858AA94F}" type="presParOf" srcId="{029FDBC7-CBCB-BA40-B623-093211DD0561}" destId="{5E017F74-F42C-B54B-B5FD-7487DBD385B7}" srcOrd="5" destOrd="0" presId="urn:microsoft.com/office/officeart/2005/8/layout/cycle2"/>
    <dgm:cxn modelId="{6E622F42-72E1-9B41-B8D8-14FF26654ACD}" type="presParOf" srcId="{5E017F74-F42C-B54B-B5FD-7487DBD385B7}" destId="{4C95F5B7-9179-2A4B-BD77-680403831DD3}" srcOrd="0" destOrd="0" presId="urn:microsoft.com/office/officeart/2005/8/layout/cycle2"/>
    <dgm:cxn modelId="{A6968F45-7B03-4740-9035-51DAE9DE3755}" type="presParOf" srcId="{029FDBC7-CBCB-BA40-B623-093211DD0561}" destId="{85D32C1A-C675-8F45-9944-732EE0E7DB29}" srcOrd="6" destOrd="0" presId="urn:microsoft.com/office/officeart/2005/8/layout/cycle2"/>
    <dgm:cxn modelId="{E6C6A495-D3B2-9942-A83D-BC340602426A}" type="presParOf" srcId="{029FDBC7-CBCB-BA40-B623-093211DD0561}" destId="{D9B25F99-6986-1244-A8F5-9C047E437436}" srcOrd="7" destOrd="0" presId="urn:microsoft.com/office/officeart/2005/8/layout/cycle2"/>
    <dgm:cxn modelId="{BD44E3BE-8889-5B46-A7AF-E4E141550AC1}" type="presParOf" srcId="{D9B25F99-6986-1244-A8F5-9C047E437436}" destId="{811D5C60-1D1B-6943-B929-19CFB85658AC}"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CE3080-801C-0B4B-A4E4-60CEE72ED044}" type="doc">
      <dgm:prSet loTypeId="urn:microsoft.com/office/officeart/2005/8/layout/cycle2" loCatId="" qsTypeId="urn:microsoft.com/office/officeart/2005/8/quickstyle/3d1" qsCatId="3D" csTypeId="urn:microsoft.com/office/officeart/2005/8/colors/colorful5" csCatId="colorful" phldr="1"/>
      <dgm:spPr/>
      <dgm:t>
        <a:bodyPr/>
        <a:lstStyle/>
        <a:p>
          <a:endParaRPr lang="en-US"/>
        </a:p>
      </dgm:t>
    </dgm:pt>
    <dgm:pt modelId="{73015939-71F1-9A43-B136-6938223504E4}">
      <dgm:prSet phldrT="[Text]"/>
      <dgm:spPr/>
      <dgm:t>
        <a:bodyPr/>
        <a:lstStyle/>
        <a:p>
          <a:r>
            <a:rPr lang="en-US" dirty="0"/>
            <a:t>Inorganic carbon in the lithosphere, ocean and atmosphere</a:t>
          </a:r>
        </a:p>
      </dgm:t>
    </dgm:pt>
    <dgm:pt modelId="{F0490B90-EF6B-5243-9019-CFFC7F2861F3}" type="parTrans" cxnId="{5A8A6FD4-985B-5645-BD56-EA493180FF94}">
      <dgm:prSet/>
      <dgm:spPr/>
      <dgm:t>
        <a:bodyPr/>
        <a:lstStyle/>
        <a:p>
          <a:endParaRPr lang="en-US"/>
        </a:p>
      </dgm:t>
    </dgm:pt>
    <dgm:pt modelId="{3807B87B-BEAB-7F4C-9557-D03FB45C8CC7}" type="sibTrans" cxnId="{5A8A6FD4-985B-5645-BD56-EA493180FF94}">
      <dgm:prSet/>
      <dgm:spPr/>
      <dgm:t>
        <a:bodyPr/>
        <a:lstStyle/>
        <a:p>
          <a:endParaRPr lang="en-US"/>
        </a:p>
      </dgm:t>
    </dgm:pt>
    <dgm:pt modelId="{E70872E9-78EB-A644-AEA8-BFAE0E5F313D}">
      <dgm:prSet phldrT="[Text]"/>
      <dgm:spPr/>
      <dgm:t>
        <a:bodyPr/>
        <a:lstStyle/>
        <a:p>
          <a:r>
            <a:rPr lang="en-US" dirty="0"/>
            <a:t>Rock weathering</a:t>
          </a:r>
        </a:p>
      </dgm:t>
    </dgm:pt>
    <dgm:pt modelId="{79E112C9-2782-4345-AD69-E2C0BE325EB9}" type="parTrans" cxnId="{71C3A153-E82A-A64A-B7DC-3ADBF551C1E0}">
      <dgm:prSet/>
      <dgm:spPr/>
      <dgm:t>
        <a:bodyPr/>
        <a:lstStyle/>
        <a:p>
          <a:endParaRPr lang="en-US"/>
        </a:p>
      </dgm:t>
    </dgm:pt>
    <dgm:pt modelId="{0C1DA2C3-C929-CD49-A0BE-1371AED75E6E}" type="sibTrans" cxnId="{71C3A153-E82A-A64A-B7DC-3ADBF551C1E0}">
      <dgm:prSet/>
      <dgm:spPr/>
      <dgm:t>
        <a:bodyPr/>
        <a:lstStyle/>
        <a:p>
          <a:endParaRPr lang="en-US"/>
        </a:p>
      </dgm:t>
    </dgm:pt>
    <dgm:pt modelId="{6A660DBB-0EAB-AB46-AAAB-DF50014AA6C5}">
      <dgm:prSet phldrT="[Text]"/>
      <dgm:spPr/>
      <dgm:t>
        <a:bodyPr/>
        <a:lstStyle/>
        <a:p>
          <a:r>
            <a:rPr lang="en-US" dirty="0"/>
            <a:t>Volcanic degassing</a:t>
          </a:r>
        </a:p>
      </dgm:t>
    </dgm:pt>
    <dgm:pt modelId="{8F7E227A-2A31-684C-8FD0-4CCF8E971883}" type="parTrans" cxnId="{5B54C92E-1B17-DE4C-BE5C-5BB838B72D04}">
      <dgm:prSet/>
      <dgm:spPr/>
      <dgm:t>
        <a:bodyPr/>
        <a:lstStyle/>
        <a:p>
          <a:endParaRPr lang="en-US"/>
        </a:p>
      </dgm:t>
    </dgm:pt>
    <dgm:pt modelId="{3B334D45-553C-4447-B16B-F1918800D13D}" type="sibTrans" cxnId="{5B54C92E-1B17-DE4C-BE5C-5BB838B72D04}">
      <dgm:prSet/>
      <dgm:spPr/>
      <dgm:t>
        <a:bodyPr/>
        <a:lstStyle/>
        <a:p>
          <a:endParaRPr lang="en-US"/>
        </a:p>
      </dgm:t>
    </dgm:pt>
    <dgm:pt modelId="{DB291FE4-F70F-244A-84F4-1769261F3C0B}">
      <dgm:prSet phldrT="[Text]"/>
      <dgm:spPr/>
      <dgm:t>
        <a:bodyPr/>
        <a:lstStyle/>
        <a:p>
          <a:r>
            <a:rPr lang="en-US" dirty="0"/>
            <a:t>Metamorphism</a:t>
          </a:r>
        </a:p>
      </dgm:t>
    </dgm:pt>
    <dgm:pt modelId="{FF2E462C-E8D5-294D-B3A8-C8823951B632}" type="parTrans" cxnId="{745ECAC8-1F3C-F04D-A282-A6090164EAD9}">
      <dgm:prSet/>
      <dgm:spPr/>
      <dgm:t>
        <a:bodyPr/>
        <a:lstStyle/>
        <a:p>
          <a:endParaRPr lang="en-US"/>
        </a:p>
      </dgm:t>
    </dgm:pt>
    <dgm:pt modelId="{ABE05F1F-E3E2-344F-A3EE-972514D8C3B6}" type="sibTrans" cxnId="{745ECAC8-1F3C-F04D-A282-A6090164EAD9}">
      <dgm:prSet/>
      <dgm:spPr/>
      <dgm:t>
        <a:bodyPr/>
        <a:lstStyle/>
        <a:p>
          <a:endParaRPr lang="en-US"/>
        </a:p>
      </dgm:t>
    </dgm:pt>
    <dgm:pt modelId="{029FDBC7-CBCB-BA40-B623-093211DD0561}" type="pres">
      <dgm:prSet presAssocID="{03CE3080-801C-0B4B-A4E4-60CEE72ED044}" presName="cycle" presStyleCnt="0">
        <dgm:presLayoutVars>
          <dgm:dir/>
          <dgm:resizeHandles val="exact"/>
        </dgm:presLayoutVars>
      </dgm:prSet>
      <dgm:spPr/>
    </dgm:pt>
    <dgm:pt modelId="{9D30F5FC-6BEC-7440-9675-8A25A483FA22}" type="pres">
      <dgm:prSet presAssocID="{73015939-71F1-9A43-B136-6938223504E4}" presName="node" presStyleLbl="node1" presStyleIdx="0" presStyleCnt="4">
        <dgm:presLayoutVars>
          <dgm:bulletEnabled val="1"/>
        </dgm:presLayoutVars>
      </dgm:prSet>
      <dgm:spPr/>
    </dgm:pt>
    <dgm:pt modelId="{95A09DDD-FCDF-7D4A-BDD7-94077CC7CF29}" type="pres">
      <dgm:prSet presAssocID="{3807B87B-BEAB-7F4C-9557-D03FB45C8CC7}" presName="sibTrans" presStyleLbl="sibTrans2D1" presStyleIdx="0" presStyleCnt="4"/>
      <dgm:spPr/>
    </dgm:pt>
    <dgm:pt modelId="{5B1BBA1C-5C45-6240-8E1C-85AFC2C0D107}" type="pres">
      <dgm:prSet presAssocID="{3807B87B-BEAB-7F4C-9557-D03FB45C8CC7}" presName="connectorText" presStyleLbl="sibTrans2D1" presStyleIdx="0" presStyleCnt="4"/>
      <dgm:spPr/>
    </dgm:pt>
    <dgm:pt modelId="{D778625E-0A98-6844-B87F-FC442C571990}" type="pres">
      <dgm:prSet presAssocID="{E70872E9-78EB-A644-AEA8-BFAE0E5F313D}" presName="node" presStyleLbl="node1" presStyleIdx="1" presStyleCnt="4">
        <dgm:presLayoutVars>
          <dgm:bulletEnabled val="1"/>
        </dgm:presLayoutVars>
      </dgm:prSet>
      <dgm:spPr/>
    </dgm:pt>
    <dgm:pt modelId="{6DD3389C-D49D-3549-BD87-09FDC9F83AA3}" type="pres">
      <dgm:prSet presAssocID="{0C1DA2C3-C929-CD49-A0BE-1371AED75E6E}" presName="sibTrans" presStyleLbl="sibTrans2D1" presStyleIdx="1" presStyleCnt="4"/>
      <dgm:spPr/>
    </dgm:pt>
    <dgm:pt modelId="{131E9CC4-1A13-7E49-899E-E133E9EE2F19}" type="pres">
      <dgm:prSet presAssocID="{0C1DA2C3-C929-CD49-A0BE-1371AED75E6E}" presName="connectorText" presStyleLbl="sibTrans2D1" presStyleIdx="1" presStyleCnt="4"/>
      <dgm:spPr/>
    </dgm:pt>
    <dgm:pt modelId="{A32FD4E3-F6D0-0246-964E-A47D05FA8164}" type="pres">
      <dgm:prSet presAssocID="{6A660DBB-0EAB-AB46-AAAB-DF50014AA6C5}" presName="node" presStyleLbl="node1" presStyleIdx="2" presStyleCnt="4">
        <dgm:presLayoutVars>
          <dgm:bulletEnabled val="1"/>
        </dgm:presLayoutVars>
      </dgm:prSet>
      <dgm:spPr/>
    </dgm:pt>
    <dgm:pt modelId="{5E017F74-F42C-B54B-B5FD-7487DBD385B7}" type="pres">
      <dgm:prSet presAssocID="{3B334D45-553C-4447-B16B-F1918800D13D}" presName="sibTrans" presStyleLbl="sibTrans2D1" presStyleIdx="2" presStyleCnt="4"/>
      <dgm:spPr/>
    </dgm:pt>
    <dgm:pt modelId="{4C95F5B7-9179-2A4B-BD77-680403831DD3}" type="pres">
      <dgm:prSet presAssocID="{3B334D45-553C-4447-B16B-F1918800D13D}" presName="connectorText" presStyleLbl="sibTrans2D1" presStyleIdx="2" presStyleCnt="4"/>
      <dgm:spPr/>
    </dgm:pt>
    <dgm:pt modelId="{85D32C1A-C675-8F45-9944-732EE0E7DB29}" type="pres">
      <dgm:prSet presAssocID="{DB291FE4-F70F-244A-84F4-1769261F3C0B}" presName="node" presStyleLbl="node1" presStyleIdx="3" presStyleCnt="4">
        <dgm:presLayoutVars>
          <dgm:bulletEnabled val="1"/>
        </dgm:presLayoutVars>
      </dgm:prSet>
      <dgm:spPr/>
    </dgm:pt>
    <dgm:pt modelId="{D9B25F99-6986-1244-A8F5-9C047E437436}" type="pres">
      <dgm:prSet presAssocID="{ABE05F1F-E3E2-344F-A3EE-972514D8C3B6}" presName="sibTrans" presStyleLbl="sibTrans2D1" presStyleIdx="3" presStyleCnt="4"/>
      <dgm:spPr/>
    </dgm:pt>
    <dgm:pt modelId="{811D5C60-1D1B-6943-B929-19CFB85658AC}" type="pres">
      <dgm:prSet presAssocID="{ABE05F1F-E3E2-344F-A3EE-972514D8C3B6}" presName="connectorText" presStyleLbl="sibTrans2D1" presStyleIdx="3" presStyleCnt="4"/>
      <dgm:spPr/>
    </dgm:pt>
  </dgm:ptLst>
  <dgm:cxnLst>
    <dgm:cxn modelId="{AB2E951D-0B8E-2441-ACEC-1DBACF2D4DE1}" type="presOf" srcId="{ABE05F1F-E3E2-344F-A3EE-972514D8C3B6}" destId="{D9B25F99-6986-1244-A8F5-9C047E437436}" srcOrd="0" destOrd="0" presId="urn:microsoft.com/office/officeart/2005/8/layout/cycle2"/>
    <dgm:cxn modelId="{5B54C92E-1B17-DE4C-BE5C-5BB838B72D04}" srcId="{03CE3080-801C-0B4B-A4E4-60CEE72ED044}" destId="{6A660DBB-0EAB-AB46-AAAB-DF50014AA6C5}" srcOrd="2" destOrd="0" parTransId="{8F7E227A-2A31-684C-8FD0-4CCF8E971883}" sibTransId="{3B334D45-553C-4447-B16B-F1918800D13D}"/>
    <dgm:cxn modelId="{71C3A153-E82A-A64A-B7DC-3ADBF551C1E0}" srcId="{03CE3080-801C-0B4B-A4E4-60CEE72ED044}" destId="{E70872E9-78EB-A644-AEA8-BFAE0E5F313D}" srcOrd="1" destOrd="0" parTransId="{79E112C9-2782-4345-AD69-E2C0BE325EB9}" sibTransId="{0C1DA2C3-C929-CD49-A0BE-1371AED75E6E}"/>
    <dgm:cxn modelId="{7359CE53-5A46-EF4F-83C6-F10E190150D8}" type="presOf" srcId="{3807B87B-BEAB-7F4C-9557-D03FB45C8CC7}" destId="{95A09DDD-FCDF-7D4A-BDD7-94077CC7CF29}" srcOrd="0" destOrd="0" presId="urn:microsoft.com/office/officeart/2005/8/layout/cycle2"/>
    <dgm:cxn modelId="{843CA065-B271-524E-87C8-59D9B7C4137D}" type="presOf" srcId="{0C1DA2C3-C929-CD49-A0BE-1371AED75E6E}" destId="{131E9CC4-1A13-7E49-899E-E133E9EE2F19}" srcOrd="1" destOrd="0" presId="urn:microsoft.com/office/officeart/2005/8/layout/cycle2"/>
    <dgm:cxn modelId="{0FF2FF68-9BA1-5542-AC84-C207C26A2AEF}" type="presOf" srcId="{73015939-71F1-9A43-B136-6938223504E4}" destId="{9D30F5FC-6BEC-7440-9675-8A25A483FA22}" srcOrd="0" destOrd="0" presId="urn:microsoft.com/office/officeart/2005/8/layout/cycle2"/>
    <dgm:cxn modelId="{4BC2546D-CEFF-054A-96DA-A20DC73A71F6}" type="presOf" srcId="{E70872E9-78EB-A644-AEA8-BFAE0E5F313D}" destId="{D778625E-0A98-6844-B87F-FC442C571990}" srcOrd="0" destOrd="0" presId="urn:microsoft.com/office/officeart/2005/8/layout/cycle2"/>
    <dgm:cxn modelId="{66064272-8097-FA43-9027-1D148117D723}" type="presOf" srcId="{0C1DA2C3-C929-CD49-A0BE-1371AED75E6E}" destId="{6DD3389C-D49D-3549-BD87-09FDC9F83AA3}" srcOrd="0" destOrd="0" presId="urn:microsoft.com/office/officeart/2005/8/layout/cycle2"/>
    <dgm:cxn modelId="{E5A83A8D-5B5B-A74C-A313-6F957FA8AE22}" type="presOf" srcId="{3807B87B-BEAB-7F4C-9557-D03FB45C8CC7}" destId="{5B1BBA1C-5C45-6240-8E1C-85AFC2C0D107}" srcOrd="1" destOrd="0" presId="urn:microsoft.com/office/officeart/2005/8/layout/cycle2"/>
    <dgm:cxn modelId="{B9A4C793-1E6C-284C-AC26-A9D0EBB41FB9}" type="presOf" srcId="{ABE05F1F-E3E2-344F-A3EE-972514D8C3B6}" destId="{811D5C60-1D1B-6943-B929-19CFB85658AC}" srcOrd="1" destOrd="0" presId="urn:microsoft.com/office/officeart/2005/8/layout/cycle2"/>
    <dgm:cxn modelId="{D9C3CDAF-BA5D-E643-A83B-382E95616398}" type="presOf" srcId="{6A660DBB-0EAB-AB46-AAAB-DF50014AA6C5}" destId="{A32FD4E3-F6D0-0246-964E-A47D05FA8164}" srcOrd="0" destOrd="0" presId="urn:microsoft.com/office/officeart/2005/8/layout/cycle2"/>
    <dgm:cxn modelId="{11B238B9-F4E1-B440-B2DC-E055E7DF4DCA}" type="presOf" srcId="{03CE3080-801C-0B4B-A4E4-60CEE72ED044}" destId="{029FDBC7-CBCB-BA40-B623-093211DD0561}" srcOrd="0" destOrd="0" presId="urn:microsoft.com/office/officeart/2005/8/layout/cycle2"/>
    <dgm:cxn modelId="{D5BF84C7-5631-5C40-B6E3-F3CA61E4AB14}" type="presOf" srcId="{3B334D45-553C-4447-B16B-F1918800D13D}" destId="{4C95F5B7-9179-2A4B-BD77-680403831DD3}" srcOrd="1" destOrd="0" presId="urn:microsoft.com/office/officeart/2005/8/layout/cycle2"/>
    <dgm:cxn modelId="{A56047C8-3E27-764A-AA2D-F756009D29F7}" type="presOf" srcId="{3B334D45-553C-4447-B16B-F1918800D13D}" destId="{5E017F74-F42C-B54B-B5FD-7487DBD385B7}" srcOrd="0" destOrd="0" presId="urn:microsoft.com/office/officeart/2005/8/layout/cycle2"/>
    <dgm:cxn modelId="{745ECAC8-1F3C-F04D-A282-A6090164EAD9}" srcId="{03CE3080-801C-0B4B-A4E4-60CEE72ED044}" destId="{DB291FE4-F70F-244A-84F4-1769261F3C0B}" srcOrd="3" destOrd="0" parTransId="{FF2E462C-E8D5-294D-B3A8-C8823951B632}" sibTransId="{ABE05F1F-E3E2-344F-A3EE-972514D8C3B6}"/>
    <dgm:cxn modelId="{5A8A6FD4-985B-5645-BD56-EA493180FF94}" srcId="{03CE3080-801C-0B4B-A4E4-60CEE72ED044}" destId="{73015939-71F1-9A43-B136-6938223504E4}" srcOrd="0" destOrd="0" parTransId="{F0490B90-EF6B-5243-9019-CFFC7F2861F3}" sibTransId="{3807B87B-BEAB-7F4C-9557-D03FB45C8CC7}"/>
    <dgm:cxn modelId="{3BB2ADFC-AB0C-0841-BE1D-557E5BB77376}" type="presOf" srcId="{DB291FE4-F70F-244A-84F4-1769261F3C0B}" destId="{85D32C1A-C675-8F45-9944-732EE0E7DB29}" srcOrd="0" destOrd="0" presId="urn:microsoft.com/office/officeart/2005/8/layout/cycle2"/>
    <dgm:cxn modelId="{CAD09A2D-D389-7444-8EBB-FB3F10EEE9C2}" type="presParOf" srcId="{029FDBC7-CBCB-BA40-B623-093211DD0561}" destId="{9D30F5FC-6BEC-7440-9675-8A25A483FA22}" srcOrd="0" destOrd="0" presId="urn:microsoft.com/office/officeart/2005/8/layout/cycle2"/>
    <dgm:cxn modelId="{B6FEF103-278A-A04E-9735-97D1B646C6A5}" type="presParOf" srcId="{029FDBC7-CBCB-BA40-B623-093211DD0561}" destId="{95A09DDD-FCDF-7D4A-BDD7-94077CC7CF29}" srcOrd="1" destOrd="0" presId="urn:microsoft.com/office/officeart/2005/8/layout/cycle2"/>
    <dgm:cxn modelId="{57C21AF1-3A42-9A47-B275-4F9D21B8F06A}" type="presParOf" srcId="{95A09DDD-FCDF-7D4A-BDD7-94077CC7CF29}" destId="{5B1BBA1C-5C45-6240-8E1C-85AFC2C0D107}" srcOrd="0" destOrd="0" presId="urn:microsoft.com/office/officeart/2005/8/layout/cycle2"/>
    <dgm:cxn modelId="{BD10E138-65BB-D347-BF5D-E534EE4984A4}" type="presParOf" srcId="{029FDBC7-CBCB-BA40-B623-093211DD0561}" destId="{D778625E-0A98-6844-B87F-FC442C571990}" srcOrd="2" destOrd="0" presId="urn:microsoft.com/office/officeart/2005/8/layout/cycle2"/>
    <dgm:cxn modelId="{9B5B8D42-F250-0A46-95A2-E35602ADEBD7}" type="presParOf" srcId="{029FDBC7-CBCB-BA40-B623-093211DD0561}" destId="{6DD3389C-D49D-3549-BD87-09FDC9F83AA3}" srcOrd="3" destOrd="0" presId="urn:microsoft.com/office/officeart/2005/8/layout/cycle2"/>
    <dgm:cxn modelId="{C2370538-DB1C-3B46-A8C4-0E2044081F54}" type="presParOf" srcId="{6DD3389C-D49D-3549-BD87-09FDC9F83AA3}" destId="{131E9CC4-1A13-7E49-899E-E133E9EE2F19}" srcOrd="0" destOrd="0" presId="urn:microsoft.com/office/officeart/2005/8/layout/cycle2"/>
    <dgm:cxn modelId="{96B09EFC-470B-3C4F-893D-7556CBD3CE5C}" type="presParOf" srcId="{029FDBC7-CBCB-BA40-B623-093211DD0561}" destId="{A32FD4E3-F6D0-0246-964E-A47D05FA8164}" srcOrd="4" destOrd="0" presId="urn:microsoft.com/office/officeart/2005/8/layout/cycle2"/>
    <dgm:cxn modelId="{F61DB680-579C-5940-8F49-0AE7858AA94F}" type="presParOf" srcId="{029FDBC7-CBCB-BA40-B623-093211DD0561}" destId="{5E017F74-F42C-B54B-B5FD-7487DBD385B7}" srcOrd="5" destOrd="0" presId="urn:microsoft.com/office/officeart/2005/8/layout/cycle2"/>
    <dgm:cxn modelId="{6E622F42-72E1-9B41-B8D8-14FF26654ACD}" type="presParOf" srcId="{5E017F74-F42C-B54B-B5FD-7487DBD385B7}" destId="{4C95F5B7-9179-2A4B-BD77-680403831DD3}" srcOrd="0" destOrd="0" presId="urn:microsoft.com/office/officeart/2005/8/layout/cycle2"/>
    <dgm:cxn modelId="{A6968F45-7B03-4740-9035-51DAE9DE3755}" type="presParOf" srcId="{029FDBC7-CBCB-BA40-B623-093211DD0561}" destId="{85D32C1A-C675-8F45-9944-732EE0E7DB29}" srcOrd="6" destOrd="0" presId="urn:microsoft.com/office/officeart/2005/8/layout/cycle2"/>
    <dgm:cxn modelId="{E6C6A495-D3B2-9942-A83D-BC340602426A}" type="presParOf" srcId="{029FDBC7-CBCB-BA40-B623-093211DD0561}" destId="{D9B25F99-6986-1244-A8F5-9C047E437436}" srcOrd="7" destOrd="0" presId="urn:microsoft.com/office/officeart/2005/8/layout/cycle2"/>
    <dgm:cxn modelId="{BD44E3BE-8889-5B46-A7AF-E4E141550AC1}" type="presParOf" srcId="{D9B25F99-6986-1244-A8F5-9C047E437436}" destId="{811D5C60-1D1B-6943-B929-19CFB85658AC}" srcOrd="0" destOrd="0" presId="urn:microsoft.com/office/officeart/2005/8/layout/cycle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C497CF9-64B8-2E44-9267-D85E482B72D4}" type="doc">
      <dgm:prSet loTypeId="urn:microsoft.com/office/officeart/2005/8/layout/hProcess9" loCatId="" qsTypeId="urn:microsoft.com/office/officeart/2005/8/quickstyle/simple1" qsCatId="simple" csTypeId="urn:microsoft.com/office/officeart/2005/8/colors/colorful5" csCatId="colorful" phldr="1"/>
      <dgm:spPr/>
    </dgm:pt>
    <dgm:pt modelId="{DF0793C1-EF6A-084B-9AB0-400300E62656}">
      <dgm:prSet phldrT="[Text]"/>
      <dgm:spPr/>
      <dgm:t>
        <a:bodyPr/>
        <a:lstStyle/>
        <a:p>
          <a:r>
            <a:rPr lang="en-US" dirty="0"/>
            <a:t>Inorganic Carbon (CO</a:t>
          </a:r>
          <a:r>
            <a:rPr lang="en-US" baseline="-25000" dirty="0"/>
            <a:t>2)</a:t>
          </a:r>
          <a:endParaRPr lang="en-US" dirty="0"/>
        </a:p>
      </dgm:t>
    </dgm:pt>
    <dgm:pt modelId="{AEE3A3B0-C867-0A43-8516-DEAE05A5B31C}" type="parTrans" cxnId="{999EBFF3-2C06-6B4A-83F4-25A46691C0B9}">
      <dgm:prSet/>
      <dgm:spPr/>
      <dgm:t>
        <a:bodyPr/>
        <a:lstStyle/>
        <a:p>
          <a:endParaRPr lang="en-US"/>
        </a:p>
      </dgm:t>
    </dgm:pt>
    <dgm:pt modelId="{46BEE44C-2625-7D47-A311-7F0B76AA5F33}" type="sibTrans" cxnId="{999EBFF3-2C06-6B4A-83F4-25A46691C0B9}">
      <dgm:prSet/>
      <dgm:spPr/>
      <dgm:t>
        <a:bodyPr/>
        <a:lstStyle/>
        <a:p>
          <a:endParaRPr lang="en-US"/>
        </a:p>
      </dgm:t>
    </dgm:pt>
    <dgm:pt modelId="{F38EDAFD-A3A6-4441-94B6-F4461CED8033}">
      <dgm:prSet phldrT="[Text]"/>
      <dgm:spPr/>
      <dgm:t>
        <a:bodyPr/>
        <a:lstStyle/>
        <a:p>
          <a:r>
            <a:rPr lang="en-US" dirty="0"/>
            <a:t>Chemical Energy</a:t>
          </a:r>
        </a:p>
      </dgm:t>
    </dgm:pt>
    <dgm:pt modelId="{EA69E90F-538C-0E44-A5FA-887486C82907}" type="parTrans" cxnId="{A6015416-8701-4E47-92D7-F40D2A18B092}">
      <dgm:prSet/>
      <dgm:spPr/>
      <dgm:t>
        <a:bodyPr/>
        <a:lstStyle/>
        <a:p>
          <a:endParaRPr lang="en-US"/>
        </a:p>
      </dgm:t>
    </dgm:pt>
    <dgm:pt modelId="{DBF001FB-0CD1-F44F-8D54-5478C3E95C1F}" type="sibTrans" cxnId="{A6015416-8701-4E47-92D7-F40D2A18B092}">
      <dgm:prSet/>
      <dgm:spPr/>
      <dgm:t>
        <a:bodyPr/>
        <a:lstStyle/>
        <a:p>
          <a:endParaRPr lang="en-US"/>
        </a:p>
      </dgm:t>
    </dgm:pt>
    <dgm:pt modelId="{B9207E06-44E4-FF4F-857D-0A07F640DE4A}">
      <dgm:prSet/>
      <dgm:spPr/>
      <dgm:t>
        <a:bodyPr/>
        <a:lstStyle/>
        <a:p>
          <a:r>
            <a:rPr lang="en-US" dirty="0"/>
            <a:t>Carbon Fixation</a:t>
          </a:r>
        </a:p>
      </dgm:t>
    </dgm:pt>
    <dgm:pt modelId="{0C1D266D-2D6F-7342-B7ED-2E9F20119506}" type="parTrans" cxnId="{A8FFD405-8854-F544-AD9F-C634FB78F24F}">
      <dgm:prSet/>
      <dgm:spPr/>
      <dgm:t>
        <a:bodyPr/>
        <a:lstStyle/>
        <a:p>
          <a:endParaRPr lang="en-US"/>
        </a:p>
      </dgm:t>
    </dgm:pt>
    <dgm:pt modelId="{E62D14F4-3801-6E4B-80A8-BE3725D71204}" type="sibTrans" cxnId="{A8FFD405-8854-F544-AD9F-C634FB78F24F}">
      <dgm:prSet/>
      <dgm:spPr/>
      <dgm:t>
        <a:bodyPr/>
        <a:lstStyle/>
        <a:p>
          <a:endParaRPr lang="en-US"/>
        </a:p>
      </dgm:t>
    </dgm:pt>
    <dgm:pt modelId="{2A60ABA5-F828-8444-A543-B5149497CF27}">
      <dgm:prSet/>
      <dgm:spPr/>
      <dgm:t>
        <a:bodyPr/>
        <a:lstStyle/>
        <a:p>
          <a:r>
            <a:rPr lang="en-US" dirty="0"/>
            <a:t>Chemoautotrophs</a:t>
          </a:r>
        </a:p>
      </dgm:t>
    </dgm:pt>
    <dgm:pt modelId="{C719447B-FA7E-AC44-AD46-D03E7B21543D}" type="parTrans" cxnId="{C998DB9D-156A-4347-93ED-ED4A8B8EF762}">
      <dgm:prSet/>
      <dgm:spPr/>
      <dgm:t>
        <a:bodyPr/>
        <a:lstStyle/>
        <a:p>
          <a:endParaRPr lang="en-US"/>
        </a:p>
      </dgm:t>
    </dgm:pt>
    <dgm:pt modelId="{78347F6C-31A9-9A4E-A37C-27EB42CE7224}" type="sibTrans" cxnId="{C998DB9D-156A-4347-93ED-ED4A8B8EF762}">
      <dgm:prSet/>
      <dgm:spPr/>
      <dgm:t>
        <a:bodyPr/>
        <a:lstStyle/>
        <a:p>
          <a:endParaRPr lang="en-US"/>
        </a:p>
      </dgm:t>
    </dgm:pt>
    <dgm:pt modelId="{8AA87912-3022-3640-BD17-4E54D7BEA00C}" type="pres">
      <dgm:prSet presAssocID="{7C497CF9-64B8-2E44-9267-D85E482B72D4}" presName="CompostProcess" presStyleCnt="0">
        <dgm:presLayoutVars>
          <dgm:dir/>
          <dgm:resizeHandles val="exact"/>
        </dgm:presLayoutVars>
      </dgm:prSet>
      <dgm:spPr/>
    </dgm:pt>
    <dgm:pt modelId="{0816C2DD-2BD4-8141-B4CF-D4CB9613424B}" type="pres">
      <dgm:prSet presAssocID="{7C497CF9-64B8-2E44-9267-D85E482B72D4}" presName="arrow" presStyleLbl="bgShp" presStyleIdx="0" presStyleCnt="1"/>
      <dgm:spPr/>
    </dgm:pt>
    <dgm:pt modelId="{4368E8EE-8D8E-D040-8E9F-FE9F598FC125}" type="pres">
      <dgm:prSet presAssocID="{7C497CF9-64B8-2E44-9267-D85E482B72D4}" presName="linearProcess" presStyleCnt="0"/>
      <dgm:spPr/>
    </dgm:pt>
    <dgm:pt modelId="{08D007E6-EB61-4C43-A6EF-8D16D18472F2}" type="pres">
      <dgm:prSet presAssocID="{2A60ABA5-F828-8444-A543-B5149497CF27}" presName="textNode" presStyleLbl="node1" presStyleIdx="0" presStyleCnt="4">
        <dgm:presLayoutVars>
          <dgm:bulletEnabled val="1"/>
        </dgm:presLayoutVars>
      </dgm:prSet>
      <dgm:spPr/>
    </dgm:pt>
    <dgm:pt modelId="{FA90179D-3BF1-8841-B6EA-C04794B4CA84}" type="pres">
      <dgm:prSet presAssocID="{78347F6C-31A9-9A4E-A37C-27EB42CE7224}" presName="sibTrans" presStyleCnt="0"/>
      <dgm:spPr/>
    </dgm:pt>
    <dgm:pt modelId="{E3278D37-F8C9-8741-966E-8EBC266827B9}" type="pres">
      <dgm:prSet presAssocID="{DF0793C1-EF6A-084B-9AB0-400300E62656}" presName="textNode" presStyleLbl="node1" presStyleIdx="1" presStyleCnt="4">
        <dgm:presLayoutVars>
          <dgm:bulletEnabled val="1"/>
        </dgm:presLayoutVars>
      </dgm:prSet>
      <dgm:spPr/>
    </dgm:pt>
    <dgm:pt modelId="{3BA65056-9EAC-9743-A099-5B7378C79946}" type="pres">
      <dgm:prSet presAssocID="{46BEE44C-2625-7D47-A311-7F0B76AA5F33}" presName="sibTrans" presStyleCnt="0"/>
      <dgm:spPr/>
    </dgm:pt>
    <dgm:pt modelId="{86E8E0D7-CAC5-AB46-ADCF-BDB49B52B899}" type="pres">
      <dgm:prSet presAssocID="{F38EDAFD-A3A6-4441-94B6-F4461CED8033}" presName="textNode" presStyleLbl="node1" presStyleIdx="2" presStyleCnt="4">
        <dgm:presLayoutVars>
          <dgm:bulletEnabled val="1"/>
        </dgm:presLayoutVars>
      </dgm:prSet>
      <dgm:spPr/>
    </dgm:pt>
    <dgm:pt modelId="{088C7CA9-D91C-6143-9798-FB55835E21A3}" type="pres">
      <dgm:prSet presAssocID="{DBF001FB-0CD1-F44F-8D54-5478C3E95C1F}" presName="sibTrans" presStyleCnt="0"/>
      <dgm:spPr/>
    </dgm:pt>
    <dgm:pt modelId="{9977461D-1BB4-7947-ACD8-28F114AFE491}" type="pres">
      <dgm:prSet presAssocID="{B9207E06-44E4-FF4F-857D-0A07F640DE4A}" presName="textNode" presStyleLbl="node1" presStyleIdx="3" presStyleCnt="4">
        <dgm:presLayoutVars>
          <dgm:bulletEnabled val="1"/>
        </dgm:presLayoutVars>
      </dgm:prSet>
      <dgm:spPr/>
    </dgm:pt>
  </dgm:ptLst>
  <dgm:cxnLst>
    <dgm:cxn modelId="{A8FFD405-8854-F544-AD9F-C634FB78F24F}" srcId="{7C497CF9-64B8-2E44-9267-D85E482B72D4}" destId="{B9207E06-44E4-FF4F-857D-0A07F640DE4A}" srcOrd="3" destOrd="0" parTransId="{0C1D266D-2D6F-7342-B7ED-2E9F20119506}" sibTransId="{E62D14F4-3801-6E4B-80A8-BE3725D71204}"/>
    <dgm:cxn modelId="{69DDAD07-0E06-CD48-B78A-BE726B11223D}" type="presOf" srcId="{DF0793C1-EF6A-084B-9AB0-400300E62656}" destId="{E3278D37-F8C9-8741-966E-8EBC266827B9}" srcOrd="0" destOrd="0" presId="urn:microsoft.com/office/officeart/2005/8/layout/hProcess9"/>
    <dgm:cxn modelId="{A6015416-8701-4E47-92D7-F40D2A18B092}" srcId="{7C497CF9-64B8-2E44-9267-D85E482B72D4}" destId="{F38EDAFD-A3A6-4441-94B6-F4461CED8033}" srcOrd="2" destOrd="0" parTransId="{EA69E90F-538C-0E44-A5FA-887486C82907}" sibTransId="{DBF001FB-0CD1-F44F-8D54-5478C3E95C1F}"/>
    <dgm:cxn modelId="{DBC42C31-D556-8949-A150-FB54554DA16A}" type="presOf" srcId="{2A60ABA5-F828-8444-A543-B5149497CF27}" destId="{08D007E6-EB61-4C43-A6EF-8D16D18472F2}" srcOrd="0" destOrd="0" presId="urn:microsoft.com/office/officeart/2005/8/layout/hProcess9"/>
    <dgm:cxn modelId="{E7A5E47B-CCEE-5542-AA3D-7B14628A0A33}" type="presOf" srcId="{B9207E06-44E4-FF4F-857D-0A07F640DE4A}" destId="{9977461D-1BB4-7947-ACD8-28F114AFE491}" srcOrd="0" destOrd="0" presId="urn:microsoft.com/office/officeart/2005/8/layout/hProcess9"/>
    <dgm:cxn modelId="{C998DB9D-156A-4347-93ED-ED4A8B8EF762}" srcId="{7C497CF9-64B8-2E44-9267-D85E482B72D4}" destId="{2A60ABA5-F828-8444-A543-B5149497CF27}" srcOrd="0" destOrd="0" parTransId="{C719447B-FA7E-AC44-AD46-D03E7B21543D}" sibTransId="{78347F6C-31A9-9A4E-A37C-27EB42CE7224}"/>
    <dgm:cxn modelId="{999EBFF3-2C06-6B4A-83F4-25A46691C0B9}" srcId="{7C497CF9-64B8-2E44-9267-D85E482B72D4}" destId="{DF0793C1-EF6A-084B-9AB0-400300E62656}" srcOrd="1" destOrd="0" parTransId="{AEE3A3B0-C867-0A43-8516-DEAE05A5B31C}" sibTransId="{46BEE44C-2625-7D47-A311-7F0B76AA5F33}"/>
    <dgm:cxn modelId="{D4A974F9-CBE1-D940-A79A-65962E417976}" type="presOf" srcId="{7C497CF9-64B8-2E44-9267-D85E482B72D4}" destId="{8AA87912-3022-3640-BD17-4E54D7BEA00C}" srcOrd="0" destOrd="0" presId="urn:microsoft.com/office/officeart/2005/8/layout/hProcess9"/>
    <dgm:cxn modelId="{DA3441FC-53A3-DD49-BBCC-E3E2DB42816F}" type="presOf" srcId="{F38EDAFD-A3A6-4441-94B6-F4461CED8033}" destId="{86E8E0D7-CAC5-AB46-ADCF-BDB49B52B899}" srcOrd="0" destOrd="0" presId="urn:microsoft.com/office/officeart/2005/8/layout/hProcess9"/>
    <dgm:cxn modelId="{2272C975-7F29-7E48-A20B-E92DF31E7CED}" type="presParOf" srcId="{8AA87912-3022-3640-BD17-4E54D7BEA00C}" destId="{0816C2DD-2BD4-8141-B4CF-D4CB9613424B}" srcOrd="0" destOrd="0" presId="urn:microsoft.com/office/officeart/2005/8/layout/hProcess9"/>
    <dgm:cxn modelId="{F52C2F7D-4562-3F47-976C-CA75D9E022E5}" type="presParOf" srcId="{8AA87912-3022-3640-BD17-4E54D7BEA00C}" destId="{4368E8EE-8D8E-D040-8E9F-FE9F598FC125}" srcOrd="1" destOrd="0" presId="urn:microsoft.com/office/officeart/2005/8/layout/hProcess9"/>
    <dgm:cxn modelId="{35523777-FA1C-1649-A02D-5238BDF629D5}" type="presParOf" srcId="{4368E8EE-8D8E-D040-8E9F-FE9F598FC125}" destId="{08D007E6-EB61-4C43-A6EF-8D16D18472F2}" srcOrd="0" destOrd="0" presId="urn:microsoft.com/office/officeart/2005/8/layout/hProcess9"/>
    <dgm:cxn modelId="{1D95B9DF-B1BE-1044-9CE7-4A6D77BC96F3}" type="presParOf" srcId="{4368E8EE-8D8E-D040-8E9F-FE9F598FC125}" destId="{FA90179D-3BF1-8841-B6EA-C04794B4CA84}" srcOrd="1" destOrd="0" presId="urn:microsoft.com/office/officeart/2005/8/layout/hProcess9"/>
    <dgm:cxn modelId="{49D5A9CF-7508-A94B-A447-41695F75E9EF}" type="presParOf" srcId="{4368E8EE-8D8E-D040-8E9F-FE9F598FC125}" destId="{E3278D37-F8C9-8741-966E-8EBC266827B9}" srcOrd="2" destOrd="0" presId="urn:microsoft.com/office/officeart/2005/8/layout/hProcess9"/>
    <dgm:cxn modelId="{6407912D-310F-BE48-A789-227ABA13034B}" type="presParOf" srcId="{4368E8EE-8D8E-D040-8E9F-FE9F598FC125}" destId="{3BA65056-9EAC-9743-A099-5B7378C79946}" srcOrd="3" destOrd="0" presId="urn:microsoft.com/office/officeart/2005/8/layout/hProcess9"/>
    <dgm:cxn modelId="{93DC8F3A-4C49-3146-B5CF-D84894A8E691}" type="presParOf" srcId="{4368E8EE-8D8E-D040-8E9F-FE9F598FC125}" destId="{86E8E0D7-CAC5-AB46-ADCF-BDB49B52B899}" srcOrd="4" destOrd="0" presId="urn:microsoft.com/office/officeart/2005/8/layout/hProcess9"/>
    <dgm:cxn modelId="{91BB995B-43AC-C644-A272-E93532D3C41A}" type="presParOf" srcId="{4368E8EE-8D8E-D040-8E9F-FE9F598FC125}" destId="{088C7CA9-D91C-6143-9798-FB55835E21A3}" srcOrd="5" destOrd="0" presId="urn:microsoft.com/office/officeart/2005/8/layout/hProcess9"/>
    <dgm:cxn modelId="{3618CEA4-7233-1E4C-A80A-A08DB227724A}" type="presParOf" srcId="{4368E8EE-8D8E-D040-8E9F-FE9F598FC125}" destId="{9977461D-1BB4-7947-ACD8-28F114AFE491}"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C497CF9-64B8-2E44-9267-D85E482B72D4}" type="doc">
      <dgm:prSet loTypeId="urn:microsoft.com/office/officeart/2005/8/layout/hProcess9" loCatId="" qsTypeId="urn:microsoft.com/office/officeart/2005/8/quickstyle/simple1" qsCatId="simple" csTypeId="urn:microsoft.com/office/officeart/2005/8/colors/colorful5" csCatId="colorful" phldr="1"/>
      <dgm:spPr/>
    </dgm:pt>
    <dgm:pt modelId="{DF0793C1-EF6A-084B-9AB0-400300E62656}">
      <dgm:prSet phldrT="[Text]"/>
      <dgm:spPr/>
      <dgm:t>
        <a:bodyPr/>
        <a:lstStyle/>
        <a:p>
          <a:r>
            <a:rPr lang="en-US" dirty="0"/>
            <a:t>Inorganic Carbon (CO</a:t>
          </a:r>
          <a:r>
            <a:rPr lang="en-US" baseline="-25000" dirty="0"/>
            <a:t>2)</a:t>
          </a:r>
          <a:endParaRPr lang="en-US" dirty="0"/>
        </a:p>
      </dgm:t>
    </dgm:pt>
    <dgm:pt modelId="{AEE3A3B0-C867-0A43-8516-DEAE05A5B31C}" type="parTrans" cxnId="{999EBFF3-2C06-6B4A-83F4-25A46691C0B9}">
      <dgm:prSet/>
      <dgm:spPr/>
      <dgm:t>
        <a:bodyPr/>
        <a:lstStyle/>
        <a:p>
          <a:endParaRPr lang="en-US"/>
        </a:p>
      </dgm:t>
    </dgm:pt>
    <dgm:pt modelId="{46BEE44C-2625-7D47-A311-7F0B76AA5F33}" type="sibTrans" cxnId="{999EBFF3-2C06-6B4A-83F4-25A46691C0B9}">
      <dgm:prSet/>
      <dgm:spPr/>
      <dgm:t>
        <a:bodyPr/>
        <a:lstStyle/>
        <a:p>
          <a:endParaRPr lang="en-US"/>
        </a:p>
      </dgm:t>
    </dgm:pt>
    <dgm:pt modelId="{F38EDAFD-A3A6-4441-94B6-F4461CED8033}">
      <dgm:prSet phldrT="[Text]"/>
      <dgm:spPr/>
      <dgm:t>
        <a:bodyPr/>
        <a:lstStyle/>
        <a:p>
          <a:r>
            <a:rPr lang="en-US" dirty="0"/>
            <a:t>Light Energy</a:t>
          </a:r>
        </a:p>
      </dgm:t>
    </dgm:pt>
    <dgm:pt modelId="{EA69E90F-538C-0E44-A5FA-887486C82907}" type="parTrans" cxnId="{A6015416-8701-4E47-92D7-F40D2A18B092}">
      <dgm:prSet/>
      <dgm:spPr/>
      <dgm:t>
        <a:bodyPr/>
        <a:lstStyle/>
        <a:p>
          <a:endParaRPr lang="en-US"/>
        </a:p>
      </dgm:t>
    </dgm:pt>
    <dgm:pt modelId="{DBF001FB-0CD1-F44F-8D54-5478C3E95C1F}" type="sibTrans" cxnId="{A6015416-8701-4E47-92D7-F40D2A18B092}">
      <dgm:prSet/>
      <dgm:spPr/>
      <dgm:t>
        <a:bodyPr/>
        <a:lstStyle/>
        <a:p>
          <a:endParaRPr lang="en-US"/>
        </a:p>
      </dgm:t>
    </dgm:pt>
    <dgm:pt modelId="{B9207E06-44E4-FF4F-857D-0A07F640DE4A}">
      <dgm:prSet/>
      <dgm:spPr/>
      <dgm:t>
        <a:bodyPr/>
        <a:lstStyle/>
        <a:p>
          <a:r>
            <a:rPr lang="en-US" dirty="0"/>
            <a:t>Carbon Fixation</a:t>
          </a:r>
        </a:p>
      </dgm:t>
    </dgm:pt>
    <dgm:pt modelId="{0C1D266D-2D6F-7342-B7ED-2E9F20119506}" type="parTrans" cxnId="{A8FFD405-8854-F544-AD9F-C634FB78F24F}">
      <dgm:prSet/>
      <dgm:spPr/>
      <dgm:t>
        <a:bodyPr/>
        <a:lstStyle/>
        <a:p>
          <a:endParaRPr lang="en-US"/>
        </a:p>
      </dgm:t>
    </dgm:pt>
    <dgm:pt modelId="{E62D14F4-3801-6E4B-80A8-BE3725D71204}" type="sibTrans" cxnId="{A8FFD405-8854-F544-AD9F-C634FB78F24F}">
      <dgm:prSet/>
      <dgm:spPr/>
      <dgm:t>
        <a:bodyPr/>
        <a:lstStyle/>
        <a:p>
          <a:endParaRPr lang="en-US"/>
        </a:p>
      </dgm:t>
    </dgm:pt>
    <dgm:pt modelId="{2A60ABA5-F828-8444-A543-B5149497CF27}">
      <dgm:prSet/>
      <dgm:spPr/>
      <dgm:t>
        <a:bodyPr/>
        <a:lstStyle/>
        <a:p>
          <a:r>
            <a:rPr lang="en-US" dirty="0"/>
            <a:t>Photoautotrophs</a:t>
          </a:r>
        </a:p>
      </dgm:t>
    </dgm:pt>
    <dgm:pt modelId="{C719447B-FA7E-AC44-AD46-D03E7B21543D}" type="parTrans" cxnId="{C998DB9D-156A-4347-93ED-ED4A8B8EF762}">
      <dgm:prSet/>
      <dgm:spPr/>
      <dgm:t>
        <a:bodyPr/>
        <a:lstStyle/>
        <a:p>
          <a:endParaRPr lang="en-US"/>
        </a:p>
      </dgm:t>
    </dgm:pt>
    <dgm:pt modelId="{78347F6C-31A9-9A4E-A37C-27EB42CE7224}" type="sibTrans" cxnId="{C998DB9D-156A-4347-93ED-ED4A8B8EF762}">
      <dgm:prSet/>
      <dgm:spPr/>
      <dgm:t>
        <a:bodyPr/>
        <a:lstStyle/>
        <a:p>
          <a:endParaRPr lang="en-US"/>
        </a:p>
      </dgm:t>
    </dgm:pt>
    <dgm:pt modelId="{8AA87912-3022-3640-BD17-4E54D7BEA00C}" type="pres">
      <dgm:prSet presAssocID="{7C497CF9-64B8-2E44-9267-D85E482B72D4}" presName="CompostProcess" presStyleCnt="0">
        <dgm:presLayoutVars>
          <dgm:dir/>
          <dgm:resizeHandles val="exact"/>
        </dgm:presLayoutVars>
      </dgm:prSet>
      <dgm:spPr/>
    </dgm:pt>
    <dgm:pt modelId="{0816C2DD-2BD4-8141-B4CF-D4CB9613424B}" type="pres">
      <dgm:prSet presAssocID="{7C497CF9-64B8-2E44-9267-D85E482B72D4}" presName="arrow" presStyleLbl="bgShp" presStyleIdx="0" presStyleCnt="1"/>
      <dgm:spPr/>
    </dgm:pt>
    <dgm:pt modelId="{4368E8EE-8D8E-D040-8E9F-FE9F598FC125}" type="pres">
      <dgm:prSet presAssocID="{7C497CF9-64B8-2E44-9267-D85E482B72D4}" presName="linearProcess" presStyleCnt="0"/>
      <dgm:spPr/>
    </dgm:pt>
    <dgm:pt modelId="{08D007E6-EB61-4C43-A6EF-8D16D18472F2}" type="pres">
      <dgm:prSet presAssocID="{2A60ABA5-F828-8444-A543-B5149497CF27}" presName="textNode" presStyleLbl="node1" presStyleIdx="0" presStyleCnt="4">
        <dgm:presLayoutVars>
          <dgm:bulletEnabled val="1"/>
        </dgm:presLayoutVars>
      </dgm:prSet>
      <dgm:spPr/>
    </dgm:pt>
    <dgm:pt modelId="{FA90179D-3BF1-8841-B6EA-C04794B4CA84}" type="pres">
      <dgm:prSet presAssocID="{78347F6C-31A9-9A4E-A37C-27EB42CE7224}" presName="sibTrans" presStyleCnt="0"/>
      <dgm:spPr/>
    </dgm:pt>
    <dgm:pt modelId="{E3278D37-F8C9-8741-966E-8EBC266827B9}" type="pres">
      <dgm:prSet presAssocID="{DF0793C1-EF6A-084B-9AB0-400300E62656}" presName="textNode" presStyleLbl="node1" presStyleIdx="1" presStyleCnt="4">
        <dgm:presLayoutVars>
          <dgm:bulletEnabled val="1"/>
        </dgm:presLayoutVars>
      </dgm:prSet>
      <dgm:spPr/>
    </dgm:pt>
    <dgm:pt modelId="{3BA65056-9EAC-9743-A099-5B7378C79946}" type="pres">
      <dgm:prSet presAssocID="{46BEE44C-2625-7D47-A311-7F0B76AA5F33}" presName="sibTrans" presStyleCnt="0"/>
      <dgm:spPr/>
    </dgm:pt>
    <dgm:pt modelId="{86E8E0D7-CAC5-AB46-ADCF-BDB49B52B899}" type="pres">
      <dgm:prSet presAssocID="{F38EDAFD-A3A6-4441-94B6-F4461CED8033}" presName="textNode" presStyleLbl="node1" presStyleIdx="2" presStyleCnt="4">
        <dgm:presLayoutVars>
          <dgm:bulletEnabled val="1"/>
        </dgm:presLayoutVars>
      </dgm:prSet>
      <dgm:spPr/>
    </dgm:pt>
    <dgm:pt modelId="{088C7CA9-D91C-6143-9798-FB55835E21A3}" type="pres">
      <dgm:prSet presAssocID="{DBF001FB-0CD1-F44F-8D54-5478C3E95C1F}" presName="sibTrans" presStyleCnt="0"/>
      <dgm:spPr/>
    </dgm:pt>
    <dgm:pt modelId="{9977461D-1BB4-7947-ACD8-28F114AFE491}" type="pres">
      <dgm:prSet presAssocID="{B9207E06-44E4-FF4F-857D-0A07F640DE4A}" presName="textNode" presStyleLbl="node1" presStyleIdx="3" presStyleCnt="4">
        <dgm:presLayoutVars>
          <dgm:bulletEnabled val="1"/>
        </dgm:presLayoutVars>
      </dgm:prSet>
      <dgm:spPr/>
    </dgm:pt>
  </dgm:ptLst>
  <dgm:cxnLst>
    <dgm:cxn modelId="{A8FFD405-8854-F544-AD9F-C634FB78F24F}" srcId="{7C497CF9-64B8-2E44-9267-D85E482B72D4}" destId="{B9207E06-44E4-FF4F-857D-0A07F640DE4A}" srcOrd="3" destOrd="0" parTransId="{0C1D266D-2D6F-7342-B7ED-2E9F20119506}" sibTransId="{E62D14F4-3801-6E4B-80A8-BE3725D71204}"/>
    <dgm:cxn modelId="{A6015416-8701-4E47-92D7-F40D2A18B092}" srcId="{7C497CF9-64B8-2E44-9267-D85E482B72D4}" destId="{F38EDAFD-A3A6-4441-94B6-F4461CED8033}" srcOrd="2" destOrd="0" parTransId="{EA69E90F-538C-0E44-A5FA-887486C82907}" sibTransId="{DBF001FB-0CD1-F44F-8D54-5478C3E95C1F}"/>
    <dgm:cxn modelId="{E6E8E236-9D5C-C946-BE18-B67A183FBC10}" type="presOf" srcId="{B9207E06-44E4-FF4F-857D-0A07F640DE4A}" destId="{9977461D-1BB4-7947-ACD8-28F114AFE491}" srcOrd="0" destOrd="0" presId="urn:microsoft.com/office/officeart/2005/8/layout/hProcess9"/>
    <dgm:cxn modelId="{582CA87C-BEDA-FE42-84B3-96EF218BE6FC}" type="presOf" srcId="{2A60ABA5-F828-8444-A543-B5149497CF27}" destId="{08D007E6-EB61-4C43-A6EF-8D16D18472F2}" srcOrd="0" destOrd="0" presId="urn:microsoft.com/office/officeart/2005/8/layout/hProcess9"/>
    <dgm:cxn modelId="{B1E1409B-34BB-F848-953A-62FC9006147A}" type="presOf" srcId="{F38EDAFD-A3A6-4441-94B6-F4461CED8033}" destId="{86E8E0D7-CAC5-AB46-ADCF-BDB49B52B899}" srcOrd="0" destOrd="0" presId="urn:microsoft.com/office/officeart/2005/8/layout/hProcess9"/>
    <dgm:cxn modelId="{C998DB9D-156A-4347-93ED-ED4A8B8EF762}" srcId="{7C497CF9-64B8-2E44-9267-D85E482B72D4}" destId="{2A60ABA5-F828-8444-A543-B5149497CF27}" srcOrd="0" destOrd="0" parTransId="{C719447B-FA7E-AC44-AD46-D03E7B21543D}" sibTransId="{78347F6C-31A9-9A4E-A37C-27EB42CE7224}"/>
    <dgm:cxn modelId="{999EBFF3-2C06-6B4A-83F4-25A46691C0B9}" srcId="{7C497CF9-64B8-2E44-9267-D85E482B72D4}" destId="{DF0793C1-EF6A-084B-9AB0-400300E62656}" srcOrd="1" destOrd="0" parTransId="{AEE3A3B0-C867-0A43-8516-DEAE05A5B31C}" sibTransId="{46BEE44C-2625-7D47-A311-7F0B76AA5F33}"/>
    <dgm:cxn modelId="{E8BDF5F8-DBCC-D049-8287-5F422F9C2B73}" type="presOf" srcId="{DF0793C1-EF6A-084B-9AB0-400300E62656}" destId="{E3278D37-F8C9-8741-966E-8EBC266827B9}" srcOrd="0" destOrd="0" presId="urn:microsoft.com/office/officeart/2005/8/layout/hProcess9"/>
    <dgm:cxn modelId="{D4A974F9-CBE1-D940-A79A-65962E417976}" type="presOf" srcId="{7C497CF9-64B8-2E44-9267-D85E482B72D4}" destId="{8AA87912-3022-3640-BD17-4E54D7BEA00C}" srcOrd="0" destOrd="0" presId="urn:microsoft.com/office/officeart/2005/8/layout/hProcess9"/>
    <dgm:cxn modelId="{2272C975-7F29-7E48-A20B-E92DF31E7CED}" type="presParOf" srcId="{8AA87912-3022-3640-BD17-4E54D7BEA00C}" destId="{0816C2DD-2BD4-8141-B4CF-D4CB9613424B}" srcOrd="0" destOrd="0" presId="urn:microsoft.com/office/officeart/2005/8/layout/hProcess9"/>
    <dgm:cxn modelId="{F52C2F7D-4562-3F47-976C-CA75D9E022E5}" type="presParOf" srcId="{8AA87912-3022-3640-BD17-4E54D7BEA00C}" destId="{4368E8EE-8D8E-D040-8E9F-FE9F598FC125}" srcOrd="1" destOrd="0" presId="urn:microsoft.com/office/officeart/2005/8/layout/hProcess9"/>
    <dgm:cxn modelId="{5FBBBDDF-C8E8-5F40-A601-654E9404CAB0}" type="presParOf" srcId="{4368E8EE-8D8E-D040-8E9F-FE9F598FC125}" destId="{08D007E6-EB61-4C43-A6EF-8D16D18472F2}" srcOrd="0" destOrd="0" presId="urn:microsoft.com/office/officeart/2005/8/layout/hProcess9"/>
    <dgm:cxn modelId="{4C2880CE-213E-9747-BB16-E83A2F5AF534}" type="presParOf" srcId="{4368E8EE-8D8E-D040-8E9F-FE9F598FC125}" destId="{FA90179D-3BF1-8841-B6EA-C04794B4CA84}" srcOrd="1" destOrd="0" presId="urn:microsoft.com/office/officeart/2005/8/layout/hProcess9"/>
    <dgm:cxn modelId="{BF0FCA8B-0DA7-4D45-B071-3F91AC0EB892}" type="presParOf" srcId="{4368E8EE-8D8E-D040-8E9F-FE9F598FC125}" destId="{E3278D37-F8C9-8741-966E-8EBC266827B9}" srcOrd="2" destOrd="0" presId="urn:microsoft.com/office/officeart/2005/8/layout/hProcess9"/>
    <dgm:cxn modelId="{EC67DFD8-CFAC-4148-8620-012F3AD286F5}" type="presParOf" srcId="{4368E8EE-8D8E-D040-8E9F-FE9F598FC125}" destId="{3BA65056-9EAC-9743-A099-5B7378C79946}" srcOrd="3" destOrd="0" presId="urn:microsoft.com/office/officeart/2005/8/layout/hProcess9"/>
    <dgm:cxn modelId="{661B873C-0A12-B34D-AC60-4A27747FCCE6}" type="presParOf" srcId="{4368E8EE-8D8E-D040-8E9F-FE9F598FC125}" destId="{86E8E0D7-CAC5-AB46-ADCF-BDB49B52B899}" srcOrd="4" destOrd="0" presId="urn:microsoft.com/office/officeart/2005/8/layout/hProcess9"/>
    <dgm:cxn modelId="{1BCA4CCF-03A7-C543-AEF6-B8C608BACBC2}" type="presParOf" srcId="{4368E8EE-8D8E-D040-8E9F-FE9F598FC125}" destId="{088C7CA9-D91C-6143-9798-FB55835E21A3}" srcOrd="5" destOrd="0" presId="urn:microsoft.com/office/officeart/2005/8/layout/hProcess9"/>
    <dgm:cxn modelId="{6DF081FC-C396-1443-A0F7-2C4C4DA319F8}" type="presParOf" srcId="{4368E8EE-8D8E-D040-8E9F-FE9F598FC125}" destId="{9977461D-1BB4-7947-ACD8-28F114AFE491}" srcOrd="6" destOrd="0" presId="urn:microsoft.com/office/officeart/2005/8/layout/hProcess9"/>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CA851FC-4408-2144-AFFC-05AACC9B6974}" type="doc">
      <dgm:prSet loTypeId="urn:microsoft.com/office/officeart/2005/8/layout/orgChart1" loCatId="" qsTypeId="urn:microsoft.com/office/officeart/2005/8/quickstyle/3d4" qsCatId="3D" csTypeId="urn:microsoft.com/office/officeart/2005/8/colors/accent6_5" csCatId="accent6" phldr="1"/>
      <dgm:spPr/>
      <dgm:t>
        <a:bodyPr/>
        <a:lstStyle/>
        <a:p>
          <a:endParaRPr lang="en-US"/>
        </a:p>
      </dgm:t>
    </dgm:pt>
    <dgm:pt modelId="{ECA7E29C-CA00-9642-A6C1-C1B06763A242}">
      <dgm:prSet phldrT="[Text]" custT="1"/>
      <dgm:spPr>
        <a:solidFill>
          <a:srgbClr val="00B0F0"/>
        </a:solidFill>
      </dgm:spPr>
      <dgm:t>
        <a:bodyPr/>
        <a:lstStyle/>
        <a:p>
          <a:r>
            <a:rPr lang="en-US" sz="1000" dirty="0"/>
            <a:t>Energy Source</a:t>
          </a:r>
        </a:p>
      </dgm:t>
    </dgm:pt>
    <dgm:pt modelId="{392A7ECB-7330-1F46-AC1D-BC73E76415F9}" type="parTrans" cxnId="{1AB46019-7B2E-BB42-9A1C-F4F1A156884F}">
      <dgm:prSet/>
      <dgm:spPr/>
      <dgm:t>
        <a:bodyPr/>
        <a:lstStyle/>
        <a:p>
          <a:endParaRPr lang="en-US" sz="800"/>
        </a:p>
      </dgm:t>
    </dgm:pt>
    <dgm:pt modelId="{656DA958-5F49-B14F-9729-E1C05F83F0EE}" type="sibTrans" cxnId="{1AB46019-7B2E-BB42-9A1C-F4F1A156884F}">
      <dgm:prSet/>
      <dgm:spPr/>
      <dgm:t>
        <a:bodyPr/>
        <a:lstStyle/>
        <a:p>
          <a:endParaRPr lang="en-US" sz="800"/>
        </a:p>
      </dgm:t>
    </dgm:pt>
    <dgm:pt modelId="{A7950949-8F8E-D54D-9E8F-588524F414AD}">
      <dgm:prSet phldrT="[Text]" custT="1"/>
      <dgm:spPr>
        <a:solidFill>
          <a:srgbClr val="00B0F0"/>
        </a:solidFill>
      </dgm:spPr>
      <dgm:t>
        <a:bodyPr/>
        <a:lstStyle/>
        <a:p>
          <a:r>
            <a:rPr lang="en-US" sz="800" dirty="0"/>
            <a:t>Chemical</a:t>
          </a:r>
        </a:p>
      </dgm:t>
    </dgm:pt>
    <dgm:pt modelId="{B1E1BBCE-86E5-6C48-A141-1370F9EF79AC}" type="parTrans" cxnId="{9960E171-53D2-6D48-B509-146DC35111F2}">
      <dgm:prSet/>
      <dgm:spPr/>
      <dgm:t>
        <a:bodyPr/>
        <a:lstStyle/>
        <a:p>
          <a:endParaRPr lang="en-US" sz="800"/>
        </a:p>
      </dgm:t>
    </dgm:pt>
    <dgm:pt modelId="{E698B590-AD90-C64A-BD89-B1E485AD8388}" type="sibTrans" cxnId="{9960E171-53D2-6D48-B509-146DC35111F2}">
      <dgm:prSet/>
      <dgm:spPr/>
      <dgm:t>
        <a:bodyPr/>
        <a:lstStyle/>
        <a:p>
          <a:endParaRPr lang="en-US" sz="800"/>
        </a:p>
      </dgm:t>
    </dgm:pt>
    <dgm:pt modelId="{F20F39C0-4569-DB4C-A37E-B1357CD4CB96}">
      <dgm:prSet phldrT="[Text]" custT="1"/>
      <dgm:spPr/>
      <dgm:t>
        <a:bodyPr/>
        <a:lstStyle/>
        <a:p>
          <a:r>
            <a:rPr lang="en-US" sz="800" dirty="0"/>
            <a:t>Light</a:t>
          </a:r>
        </a:p>
      </dgm:t>
    </dgm:pt>
    <dgm:pt modelId="{D2612B32-9386-1B4E-9CB9-877831004544}" type="parTrans" cxnId="{B94F7F5D-9C04-D74B-BFB8-98B5CB5EFEA3}">
      <dgm:prSet/>
      <dgm:spPr/>
      <dgm:t>
        <a:bodyPr/>
        <a:lstStyle/>
        <a:p>
          <a:endParaRPr lang="en-US" sz="800"/>
        </a:p>
      </dgm:t>
    </dgm:pt>
    <dgm:pt modelId="{B16470E7-4401-3C4D-BEF3-1D64BF8AE010}" type="sibTrans" cxnId="{B94F7F5D-9C04-D74B-BFB8-98B5CB5EFEA3}">
      <dgm:prSet/>
      <dgm:spPr/>
      <dgm:t>
        <a:bodyPr/>
        <a:lstStyle/>
        <a:p>
          <a:endParaRPr lang="en-US" sz="800"/>
        </a:p>
      </dgm:t>
    </dgm:pt>
    <dgm:pt modelId="{6036B2F9-A6D1-B046-9060-AE1281FAA854}">
      <dgm:prSet custT="1"/>
      <dgm:spPr>
        <a:solidFill>
          <a:srgbClr val="00B0F0"/>
        </a:solidFill>
      </dgm:spPr>
      <dgm:t>
        <a:bodyPr/>
        <a:lstStyle/>
        <a:p>
          <a:r>
            <a:rPr lang="en-US" sz="1050" dirty="0"/>
            <a:t>Chemotrophs</a:t>
          </a:r>
        </a:p>
      </dgm:t>
    </dgm:pt>
    <dgm:pt modelId="{EB7C502C-7011-1F47-9CE0-C525E1D3BAA4}" type="parTrans" cxnId="{4D9ACB9E-AAF1-CD4B-96F1-7C85BB47912A}">
      <dgm:prSet/>
      <dgm:spPr/>
      <dgm:t>
        <a:bodyPr/>
        <a:lstStyle/>
        <a:p>
          <a:endParaRPr lang="en-US" sz="800"/>
        </a:p>
      </dgm:t>
    </dgm:pt>
    <dgm:pt modelId="{96AF1189-3582-3842-BFF3-0FAFB0BA4E67}" type="sibTrans" cxnId="{4D9ACB9E-AAF1-CD4B-96F1-7C85BB47912A}">
      <dgm:prSet/>
      <dgm:spPr/>
      <dgm:t>
        <a:bodyPr/>
        <a:lstStyle/>
        <a:p>
          <a:endParaRPr lang="en-US" sz="800"/>
        </a:p>
      </dgm:t>
    </dgm:pt>
    <dgm:pt modelId="{00ADF8C4-0657-8F4F-AA79-60381ACB1CE5}">
      <dgm:prSet custT="1"/>
      <dgm:spPr>
        <a:solidFill>
          <a:srgbClr val="00B0F0"/>
        </a:solidFill>
      </dgm:spPr>
      <dgm:t>
        <a:bodyPr/>
        <a:lstStyle/>
        <a:p>
          <a:r>
            <a:rPr lang="en-US" sz="800" dirty="0"/>
            <a:t>Carbon Source</a:t>
          </a:r>
        </a:p>
      </dgm:t>
    </dgm:pt>
    <dgm:pt modelId="{0776DC4D-8BC4-F64E-BE9A-6A3BDBBA2B33}" type="parTrans" cxnId="{1F79E336-3E1D-E440-8A2C-10CAF7ECC840}">
      <dgm:prSet/>
      <dgm:spPr/>
      <dgm:t>
        <a:bodyPr/>
        <a:lstStyle/>
        <a:p>
          <a:endParaRPr lang="en-US" sz="800"/>
        </a:p>
      </dgm:t>
    </dgm:pt>
    <dgm:pt modelId="{0EB068F4-0BEA-6041-B314-D2F643C2E344}" type="sibTrans" cxnId="{1F79E336-3E1D-E440-8A2C-10CAF7ECC840}">
      <dgm:prSet/>
      <dgm:spPr/>
      <dgm:t>
        <a:bodyPr/>
        <a:lstStyle/>
        <a:p>
          <a:endParaRPr lang="en-US" sz="800"/>
        </a:p>
      </dgm:t>
    </dgm:pt>
    <dgm:pt modelId="{BF05AC21-1E10-E443-B978-B6463B56FDC0}">
      <dgm:prSet custT="1"/>
      <dgm:spPr/>
      <dgm:t>
        <a:bodyPr/>
        <a:lstStyle/>
        <a:p>
          <a:r>
            <a:rPr lang="en-US" sz="800" dirty="0"/>
            <a:t>Organic Compounds</a:t>
          </a:r>
        </a:p>
      </dgm:t>
    </dgm:pt>
    <dgm:pt modelId="{F2A81F7A-DB73-7D44-A3AE-E1B2AAED8371}" type="parTrans" cxnId="{5BD2A546-8F29-204B-94EE-B2ABF7CC3EFC}">
      <dgm:prSet/>
      <dgm:spPr/>
      <dgm:t>
        <a:bodyPr/>
        <a:lstStyle/>
        <a:p>
          <a:endParaRPr lang="en-US" sz="800"/>
        </a:p>
      </dgm:t>
    </dgm:pt>
    <dgm:pt modelId="{EE9B46BD-25C6-CC4B-AAFB-653EF77B9B6D}" type="sibTrans" cxnId="{5BD2A546-8F29-204B-94EE-B2ABF7CC3EFC}">
      <dgm:prSet/>
      <dgm:spPr/>
      <dgm:t>
        <a:bodyPr/>
        <a:lstStyle/>
        <a:p>
          <a:endParaRPr lang="en-US" sz="800"/>
        </a:p>
      </dgm:t>
    </dgm:pt>
    <dgm:pt modelId="{91AE1CCE-8702-2448-8202-327373E010CB}">
      <dgm:prSet custT="1"/>
      <dgm:spPr>
        <a:solidFill>
          <a:srgbClr val="00B0F0"/>
        </a:solidFill>
      </dgm:spPr>
      <dgm:t>
        <a:bodyPr/>
        <a:lstStyle/>
        <a:p>
          <a:r>
            <a:rPr lang="en-US" sz="800" dirty="0"/>
            <a:t>CO</a:t>
          </a:r>
          <a:r>
            <a:rPr lang="en-US" sz="800" baseline="-25000" dirty="0"/>
            <a:t>2</a:t>
          </a:r>
          <a:endParaRPr lang="en-US" sz="800" dirty="0"/>
        </a:p>
      </dgm:t>
    </dgm:pt>
    <dgm:pt modelId="{1006675C-968C-9340-AA97-354429081AFC}" type="parTrans" cxnId="{4C28FAF4-C621-8841-BE8B-96E079AD38EE}">
      <dgm:prSet/>
      <dgm:spPr/>
      <dgm:t>
        <a:bodyPr/>
        <a:lstStyle/>
        <a:p>
          <a:endParaRPr lang="en-US" sz="800"/>
        </a:p>
      </dgm:t>
    </dgm:pt>
    <dgm:pt modelId="{94DC76F4-5102-2647-A9FA-C6442AAD3644}" type="sibTrans" cxnId="{4C28FAF4-C621-8841-BE8B-96E079AD38EE}">
      <dgm:prSet/>
      <dgm:spPr/>
      <dgm:t>
        <a:bodyPr/>
        <a:lstStyle/>
        <a:p>
          <a:endParaRPr lang="en-US" sz="800"/>
        </a:p>
      </dgm:t>
    </dgm:pt>
    <dgm:pt modelId="{6F89BF38-A84E-864D-A42F-F8B46FE41950}">
      <dgm:prSet custT="1"/>
      <dgm:spPr/>
      <dgm:t>
        <a:bodyPr/>
        <a:lstStyle/>
        <a:p>
          <a:r>
            <a:rPr lang="en-US" sz="800" dirty="0"/>
            <a:t>Chemoheterotrophs</a:t>
          </a:r>
        </a:p>
      </dgm:t>
    </dgm:pt>
    <dgm:pt modelId="{4868C0B7-9FC0-9A47-A84B-F2826D8F5BCB}" type="parTrans" cxnId="{E834B160-19EB-FE45-AD2B-EA3ADB7302FB}">
      <dgm:prSet/>
      <dgm:spPr/>
      <dgm:t>
        <a:bodyPr/>
        <a:lstStyle/>
        <a:p>
          <a:endParaRPr lang="en-US" sz="800"/>
        </a:p>
      </dgm:t>
    </dgm:pt>
    <dgm:pt modelId="{B8C64449-0E8F-114D-A06D-D2B1A32DE062}" type="sibTrans" cxnId="{E834B160-19EB-FE45-AD2B-EA3ADB7302FB}">
      <dgm:prSet/>
      <dgm:spPr/>
      <dgm:t>
        <a:bodyPr/>
        <a:lstStyle/>
        <a:p>
          <a:endParaRPr lang="en-US" sz="800"/>
        </a:p>
      </dgm:t>
    </dgm:pt>
    <dgm:pt modelId="{DA3D8EEE-8FDA-0B45-B634-42027EAEE910}">
      <dgm:prSet custT="1"/>
      <dgm:spPr/>
      <dgm:t>
        <a:bodyPr/>
        <a:lstStyle/>
        <a:p>
          <a:r>
            <a:rPr lang="en-US" sz="800" dirty="0"/>
            <a:t>Final Electron Donor</a:t>
          </a:r>
        </a:p>
      </dgm:t>
    </dgm:pt>
    <dgm:pt modelId="{E5EA50FE-DC66-8541-935B-D871E151BF6C}" type="parTrans" cxnId="{0AB16879-7D1B-F94A-BF3B-2B351027E647}">
      <dgm:prSet/>
      <dgm:spPr/>
      <dgm:t>
        <a:bodyPr/>
        <a:lstStyle/>
        <a:p>
          <a:endParaRPr lang="en-US" sz="800"/>
        </a:p>
      </dgm:t>
    </dgm:pt>
    <dgm:pt modelId="{9761EFFB-BBA9-3C43-91DB-C6D2BDF267FA}" type="sibTrans" cxnId="{0AB16879-7D1B-F94A-BF3B-2B351027E647}">
      <dgm:prSet/>
      <dgm:spPr/>
      <dgm:t>
        <a:bodyPr/>
        <a:lstStyle/>
        <a:p>
          <a:endParaRPr lang="en-US" sz="800"/>
        </a:p>
      </dgm:t>
    </dgm:pt>
    <dgm:pt modelId="{A7534A1A-FEA3-B34A-AEED-79646F0832AF}">
      <dgm:prSet custT="1"/>
      <dgm:spPr/>
      <dgm:t>
        <a:bodyPr/>
        <a:lstStyle/>
        <a:p>
          <a:r>
            <a:rPr lang="en-US" sz="800" dirty="0"/>
            <a:t>O</a:t>
          </a:r>
          <a:r>
            <a:rPr lang="en-US" sz="800" baseline="-25000" dirty="0"/>
            <a:t>2</a:t>
          </a:r>
          <a:endParaRPr lang="en-US" sz="800" dirty="0"/>
        </a:p>
      </dgm:t>
    </dgm:pt>
    <dgm:pt modelId="{822FC99B-6AC4-7C4E-86CB-A12F77C9A22E}" type="parTrans" cxnId="{D3ECDD17-C645-6F46-B52A-27174B36C986}">
      <dgm:prSet/>
      <dgm:spPr/>
      <dgm:t>
        <a:bodyPr/>
        <a:lstStyle/>
        <a:p>
          <a:endParaRPr lang="en-US" sz="800"/>
        </a:p>
      </dgm:t>
    </dgm:pt>
    <dgm:pt modelId="{BAD9A6D1-8A38-0749-8D27-541698777DC0}" type="sibTrans" cxnId="{D3ECDD17-C645-6F46-B52A-27174B36C986}">
      <dgm:prSet/>
      <dgm:spPr/>
      <dgm:t>
        <a:bodyPr/>
        <a:lstStyle/>
        <a:p>
          <a:endParaRPr lang="en-US" sz="800"/>
        </a:p>
      </dgm:t>
    </dgm:pt>
    <dgm:pt modelId="{15F80D4D-D9FD-E947-BF12-6AE0162228DC}">
      <dgm:prSet custT="1"/>
      <dgm:spPr/>
      <dgm:t>
        <a:bodyPr/>
        <a:lstStyle/>
        <a:p>
          <a:r>
            <a:rPr lang="en-US" sz="800" dirty="0"/>
            <a:t>Not O</a:t>
          </a:r>
          <a:r>
            <a:rPr lang="en-US" sz="800" baseline="-25000" dirty="0"/>
            <a:t>2</a:t>
          </a:r>
          <a:endParaRPr lang="en-US" sz="800" dirty="0"/>
        </a:p>
      </dgm:t>
    </dgm:pt>
    <dgm:pt modelId="{13E89C85-12D4-B940-81BD-1211C9C25010}" type="parTrans" cxnId="{B6847EDD-7AFF-5149-90B4-C35043AC0DB5}">
      <dgm:prSet/>
      <dgm:spPr/>
      <dgm:t>
        <a:bodyPr/>
        <a:lstStyle/>
        <a:p>
          <a:endParaRPr lang="en-US" sz="800"/>
        </a:p>
      </dgm:t>
    </dgm:pt>
    <dgm:pt modelId="{92DB4D1A-443F-2949-94E5-AD18B5E566EE}" type="sibTrans" cxnId="{B6847EDD-7AFF-5149-90B4-C35043AC0DB5}">
      <dgm:prSet/>
      <dgm:spPr/>
      <dgm:t>
        <a:bodyPr/>
        <a:lstStyle/>
        <a:p>
          <a:endParaRPr lang="en-US" sz="800"/>
        </a:p>
      </dgm:t>
    </dgm:pt>
    <dgm:pt modelId="{1D661F7B-4DE2-F34D-ACA5-1CE0EA4E7594}">
      <dgm:prSet custT="1"/>
      <dgm:spPr/>
      <dgm:t>
        <a:bodyPr/>
        <a:lstStyle/>
        <a:p>
          <a:r>
            <a:rPr lang="en-US" sz="800" dirty="0"/>
            <a:t>Organic compound</a:t>
          </a:r>
        </a:p>
      </dgm:t>
    </dgm:pt>
    <dgm:pt modelId="{8BDBE607-F1E9-784B-8031-22D494FBFE54}" type="parTrans" cxnId="{9E458F20-F8C7-554F-BD2B-6CB6FD6657DE}">
      <dgm:prSet/>
      <dgm:spPr/>
      <dgm:t>
        <a:bodyPr/>
        <a:lstStyle/>
        <a:p>
          <a:endParaRPr lang="en-US" sz="800"/>
        </a:p>
      </dgm:t>
    </dgm:pt>
    <dgm:pt modelId="{97E0C4CB-C115-F94C-AC94-49590B5F94B5}" type="sibTrans" cxnId="{9E458F20-F8C7-554F-BD2B-6CB6FD6657DE}">
      <dgm:prSet/>
      <dgm:spPr/>
      <dgm:t>
        <a:bodyPr/>
        <a:lstStyle/>
        <a:p>
          <a:endParaRPr lang="en-US" sz="800"/>
        </a:p>
      </dgm:t>
    </dgm:pt>
    <dgm:pt modelId="{4984E784-8F7B-C448-87C6-A2CB2762CEE0}">
      <dgm:prSet custT="1"/>
      <dgm:spPr/>
      <dgm:t>
        <a:bodyPr/>
        <a:lstStyle/>
        <a:p>
          <a:r>
            <a:rPr lang="en-US" sz="800" dirty="0"/>
            <a:t>Inorganic Compound</a:t>
          </a:r>
        </a:p>
      </dgm:t>
    </dgm:pt>
    <dgm:pt modelId="{FC1D4E63-7091-B64F-A4C8-8BF99886A5E2}" type="parTrans" cxnId="{7755A9CD-5A45-C34E-8A84-F17730D12651}">
      <dgm:prSet/>
      <dgm:spPr/>
      <dgm:t>
        <a:bodyPr/>
        <a:lstStyle/>
        <a:p>
          <a:endParaRPr lang="en-US" sz="800"/>
        </a:p>
      </dgm:t>
    </dgm:pt>
    <dgm:pt modelId="{64FAF330-1CF0-5847-9E61-A3FCF2917D45}" type="sibTrans" cxnId="{7755A9CD-5A45-C34E-8A84-F17730D12651}">
      <dgm:prSet/>
      <dgm:spPr/>
      <dgm:t>
        <a:bodyPr/>
        <a:lstStyle/>
        <a:p>
          <a:endParaRPr lang="en-US" sz="800"/>
        </a:p>
      </dgm:t>
    </dgm:pt>
    <dgm:pt modelId="{C0724EAE-CDF4-B34B-928F-2B4D70DB65AA}">
      <dgm:prSet custT="1"/>
      <dgm:spPr/>
      <dgm:t>
        <a:bodyPr/>
        <a:lstStyle/>
        <a:p>
          <a:r>
            <a:rPr lang="en-US" sz="800" dirty="0"/>
            <a:t>Fermentative, e.g. Streptococcus</a:t>
          </a:r>
        </a:p>
      </dgm:t>
    </dgm:pt>
    <dgm:pt modelId="{9970368A-FBFB-8349-8388-A1784F177175}" type="parTrans" cxnId="{4A1980A0-9B60-CE47-BFCA-F2688CC7C811}">
      <dgm:prSet/>
      <dgm:spPr/>
      <dgm:t>
        <a:bodyPr/>
        <a:lstStyle/>
        <a:p>
          <a:endParaRPr lang="en-US" sz="800"/>
        </a:p>
      </dgm:t>
    </dgm:pt>
    <dgm:pt modelId="{19DB421A-5120-8849-9495-0DB10D09507D}" type="sibTrans" cxnId="{4A1980A0-9B60-CE47-BFCA-F2688CC7C811}">
      <dgm:prSet/>
      <dgm:spPr/>
      <dgm:t>
        <a:bodyPr/>
        <a:lstStyle/>
        <a:p>
          <a:endParaRPr lang="en-US" sz="800"/>
        </a:p>
      </dgm:t>
    </dgm:pt>
    <dgm:pt modelId="{C092258F-D7E3-9740-A747-E697F4E2AAEE}">
      <dgm:prSet custT="1"/>
      <dgm:spPr/>
      <dgm:t>
        <a:bodyPr/>
        <a:lstStyle/>
        <a:p>
          <a:r>
            <a:rPr lang="en-US" sz="800" dirty="0"/>
            <a:t>Electron transport chain, e.g. Clostridium</a:t>
          </a:r>
        </a:p>
      </dgm:t>
    </dgm:pt>
    <dgm:pt modelId="{6620DDDD-2256-4A4E-B0A6-CC8F7CEAA38B}" type="parTrans" cxnId="{6D48DE87-4A3E-844F-8490-698297FCC53E}">
      <dgm:prSet/>
      <dgm:spPr/>
      <dgm:t>
        <a:bodyPr/>
        <a:lstStyle/>
        <a:p>
          <a:endParaRPr lang="en-US" sz="800"/>
        </a:p>
      </dgm:t>
    </dgm:pt>
    <dgm:pt modelId="{0D46D38B-CAED-8F4C-BF57-261AE38E78DB}" type="sibTrans" cxnId="{6D48DE87-4A3E-844F-8490-698297FCC53E}">
      <dgm:prSet/>
      <dgm:spPr/>
      <dgm:t>
        <a:bodyPr/>
        <a:lstStyle/>
        <a:p>
          <a:endParaRPr lang="en-US" sz="800"/>
        </a:p>
      </dgm:t>
    </dgm:pt>
    <dgm:pt modelId="{57FB0DD8-CA81-A947-ABE5-7F05AE7AA2AF}">
      <dgm:prSet custT="1"/>
      <dgm:spPr>
        <a:solidFill>
          <a:srgbClr val="00B0F0"/>
        </a:solidFill>
      </dgm:spPr>
      <dgm:t>
        <a:bodyPr/>
        <a:lstStyle/>
        <a:p>
          <a:r>
            <a:rPr lang="en-US" sz="800" dirty="0"/>
            <a:t>Chemoautotrophs</a:t>
          </a:r>
        </a:p>
      </dgm:t>
    </dgm:pt>
    <dgm:pt modelId="{99782A77-1037-A445-82A5-DDC24313C333}" type="parTrans" cxnId="{55603E1F-B7F6-C941-B12B-AD59888E7F7D}">
      <dgm:prSet/>
      <dgm:spPr/>
      <dgm:t>
        <a:bodyPr/>
        <a:lstStyle/>
        <a:p>
          <a:endParaRPr lang="en-US" sz="800"/>
        </a:p>
      </dgm:t>
    </dgm:pt>
    <dgm:pt modelId="{D980C599-FD64-784F-B94B-82EFBA42A314}" type="sibTrans" cxnId="{55603E1F-B7F6-C941-B12B-AD59888E7F7D}">
      <dgm:prSet/>
      <dgm:spPr/>
      <dgm:t>
        <a:bodyPr/>
        <a:lstStyle/>
        <a:p>
          <a:endParaRPr lang="en-US" sz="800"/>
        </a:p>
      </dgm:t>
    </dgm:pt>
    <dgm:pt modelId="{D0DD5229-36DF-7949-B44A-FE9089C91D4F}">
      <dgm:prSet custT="1"/>
      <dgm:spPr>
        <a:solidFill>
          <a:srgbClr val="00B0F0"/>
        </a:solidFill>
      </dgm:spPr>
      <dgm:t>
        <a:bodyPr/>
        <a:lstStyle/>
        <a:p>
          <a:r>
            <a:rPr lang="en-US" sz="800" dirty="0"/>
            <a:t>Hydrogen, sulfur, iron, carbon  monoxide oxidizing bacteria</a:t>
          </a:r>
        </a:p>
      </dgm:t>
    </dgm:pt>
    <dgm:pt modelId="{E95B1EBF-4997-C644-8FC7-551B4BD791EB}" type="parTrans" cxnId="{8F3EC890-9A0D-924C-9F82-1C5DEEB93652}">
      <dgm:prSet/>
      <dgm:spPr/>
      <dgm:t>
        <a:bodyPr/>
        <a:lstStyle/>
        <a:p>
          <a:endParaRPr lang="en-US" sz="800"/>
        </a:p>
      </dgm:t>
    </dgm:pt>
    <dgm:pt modelId="{F0E3BEF4-6AD6-1B43-B92A-D67F2F8E6951}" type="sibTrans" cxnId="{8F3EC890-9A0D-924C-9F82-1C5DEEB93652}">
      <dgm:prSet/>
      <dgm:spPr/>
      <dgm:t>
        <a:bodyPr/>
        <a:lstStyle/>
        <a:p>
          <a:endParaRPr lang="en-US" sz="800"/>
        </a:p>
      </dgm:t>
    </dgm:pt>
    <dgm:pt modelId="{5E9BA281-2FDA-6545-8F85-D6E694685912}">
      <dgm:prSet custT="1"/>
      <dgm:spPr/>
      <dgm:t>
        <a:bodyPr/>
        <a:lstStyle/>
        <a:p>
          <a:r>
            <a:rPr lang="en-US" sz="1050" dirty="0"/>
            <a:t>Phototrophs</a:t>
          </a:r>
        </a:p>
      </dgm:t>
    </dgm:pt>
    <dgm:pt modelId="{FD613AA9-5395-8D4E-B33B-C5FCDC4925B4}" type="parTrans" cxnId="{A8F6C48B-9C17-2C4C-8D0F-A5BD5BF989D7}">
      <dgm:prSet/>
      <dgm:spPr/>
      <dgm:t>
        <a:bodyPr/>
        <a:lstStyle/>
        <a:p>
          <a:endParaRPr lang="en-US" sz="800"/>
        </a:p>
      </dgm:t>
    </dgm:pt>
    <dgm:pt modelId="{0547921F-CE4D-9C4C-A8F2-9F84F8EAF340}" type="sibTrans" cxnId="{A8F6C48B-9C17-2C4C-8D0F-A5BD5BF989D7}">
      <dgm:prSet/>
      <dgm:spPr/>
      <dgm:t>
        <a:bodyPr/>
        <a:lstStyle/>
        <a:p>
          <a:endParaRPr lang="en-US" sz="800"/>
        </a:p>
      </dgm:t>
    </dgm:pt>
    <dgm:pt modelId="{226EE965-4597-0441-8B0A-A1EE4D9C029C}">
      <dgm:prSet custT="1"/>
      <dgm:spPr/>
      <dgm:t>
        <a:bodyPr/>
        <a:lstStyle/>
        <a:p>
          <a:r>
            <a:rPr lang="en-US" sz="800" dirty="0"/>
            <a:t>Carbon Source</a:t>
          </a:r>
        </a:p>
      </dgm:t>
    </dgm:pt>
    <dgm:pt modelId="{2F9F8AEB-6E9F-3748-8644-76E79AACABC0}" type="parTrans" cxnId="{CF583F69-1612-C147-B7FC-CCFDB49B4A60}">
      <dgm:prSet/>
      <dgm:spPr/>
      <dgm:t>
        <a:bodyPr/>
        <a:lstStyle/>
        <a:p>
          <a:endParaRPr lang="en-US" sz="800"/>
        </a:p>
      </dgm:t>
    </dgm:pt>
    <dgm:pt modelId="{00EFCA8F-8F85-1943-8C0E-63979074D6E1}" type="sibTrans" cxnId="{CF583F69-1612-C147-B7FC-CCFDB49B4A60}">
      <dgm:prSet/>
      <dgm:spPr/>
      <dgm:t>
        <a:bodyPr/>
        <a:lstStyle/>
        <a:p>
          <a:endParaRPr lang="en-US" sz="800"/>
        </a:p>
      </dgm:t>
    </dgm:pt>
    <dgm:pt modelId="{0474637A-FC03-3046-9726-263AC3A63846}">
      <dgm:prSet custT="1"/>
      <dgm:spPr/>
      <dgm:t>
        <a:bodyPr/>
        <a:lstStyle/>
        <a:p>
          <a:r>
            <a:rPr lang="en-US" sz="800" dirty="0"/>
            <a:t>Organic compounds</a:t>
          </a:r>
        </a:p>
      </dgm:t>
    </dgm:pt>
    <dgm:pt modelId="{DB79DD3A-F66B-854F-B905-B48BC2D0CC94}" type="parTrans" cxnId="{B5744AC5-A303-3241-ADF0-9656DC01B24C}">
      <dgm:prSet/>
      <dgm:spPr/>
      <dgm:t>
        <a:bodyPr/>
        <a:lstStyle/>
        <a:p>
          <a:endParaRPr lang="en-US" sz="800"/>
        </a:p>
      </dgm:t>
    </dgm:pt>
    <dgm:pt modelId="{2C484A10-D4E2-B241-8F73-60BF4A3360CD}" type="sibTrans" cxnId="{B5744AC5-A303-3241-ADF0-9656DC01B24C}">
      <dgm:prSet/>
      <dgm:spPr/>
      <dgm:t>
        <a:bodyPr/>
        <a:lstStyle/>
        <a:p>
          <a:endParaRPr lang="en-US" sz="800"/>
        </a:p>
      </dgm:t>
    </dgm:pt>
    <dgm:pt modelId="{B907C8EA-0A5C-114B-A2C0-A5B02996F085}">
      <dgm:prSet custT="1"/>
      <dgm:spPr/>
      <dgm:t>
        <a:bodyPr/>
        <a:lstStyle/>
        <a:p>
          <a:r>
            <a:rPr lang="en-US" sz="800" dirty="0"/>
            <a:t>Photoheterotrophs</a:t>
          </a:r>
        </a:p>
      </dgm:t>
    </dgm:pt>
    <dgm:pt modelId="{189FBA1A-E3DA-3E4B-B5F3-4C3C4B577F2F}" type="parTrans" cxnId="{A187B9CE-9CB3-504B-9EFA-E691CEA8AE7C}">
      <dgm:prSet/>
      <dgm:spPr/>
      <dgm:t>
        <a:bodyPr/>
        <a:lstStyle/>
        <a:p>
          <a:endParaRPr lang="en-US" sz="800"/>
        </a:p>
      </dgm:t>
    </dgm:pt>
    <dgm:pt modelId="{69D4D4AB-19A8-AB47-9ACF-BFC423B33E73}" type="sibTrans" cxnId="{A187B9CE-9CB3-504B-9EFA-E691CEA8AE7C}">
      <dgm:prSet/>
      <dgm:spPr/>
      <dgm:t>
        <a:bodyPr/>
        <a:lstStyle/>
        <a:p>
          <a:endParaRPr lang="en-US" sz="800"/>
        </a:p>
      </dgm:t>
    </dgm:pt>
    <dgm:pt modelId="{594AD9F1-12AA-1444-9B6D-153F781B6472}">
      <dgm:prSet custT="1"/>
      <dgm:spPr/>
      <dgm:t>
        <a:bodyPr/>
        <a:lstStyle/>
        <a:p>
          <a:r>
            <a:rPr lang="en-US" sz="800" dirty="0"/>
            <a:t>Green </a:t>
          </a:r>
          <a:r>
            <a:rPr lang="en-US" sz="800" dirty="0" err="1"/>
            <a:t>nonsulfur</a:t>
          </a:r>
          <a:r>
            <a:rPr lang="en-US" sz="800" dirty="0"/>
            <a:t> bacteria, purple </a:t>
          </a:r>
          <a:r>
            <a:rPr lang="en-US" sz="800" dirty="0" err="1"/>
            <a:t>nonsulfur</a:t>
          </a:r>
          <a:r>
            <a:rPr lang="en-US" sz="800" dirty="0"/>
            <a:t> bacteria</a:t>
          </a:r>
        </a:p>
      </dgm:t>
    </dgm:pt>
    <dgm:pt modelId="{AF74A536-C373-944E-952B-1236FBE6E38D}" type="parTrans" cxnId="{80DDC8E3-B284-A547-AD8A-97B0004EE73C}">
      <dgm:prSet/>
      <dgm:spPr/>
      <dgm:t>
        <a:bodyPr/>
        <a:lstStyle/>
        <a:p>
          <a:endParaRPr lang="en-US" sz="800"/>
        </a:p>
      </dgm:t>
    </dgm:pt>
    <dgm:pt modelId="{824D8A0F-EA29-5747-80E5-06149BEF7C8A}" type="sibTrans" cxnId="{80DDC8E3-B284-A547-AD8A-97B0004EE73C}">
      <dgm:prSet/>
      <dgm:spPr/>
      <dgm:t>
        <a:bodyPr/>
        <a:lstStyle/>
        <a:p>
          <a:endParaRPr lang="en-US" sz="800"/>
        </a:p>
      </dgm:t>
    </dgm:pt>
    <dgm:pt modelId="{982C0F5B-A17F-3B4B-AE34-5EC559BCF3E3}">
      <dgm:prSet custT="1"/>
      <dgm:spPr/>
      <dgm:t>
        <a:bodyPr/>
        <a:lstStyle/>
        <a:p>
          <a:r>
            <a:rPr lang="en-US" sz="800" dirty="0"/>
            <a:t>CO</a:t>
          </a:r>
          <a:r>
            <a:rPr lang="en-US" sz="800" baseline="-25000" dirty="0"/>
            <a:t>2</a:t>
          </a:r>
          <a:endParaRPr lang="en-US" sz="800" dirty="0"/>
        </a:p>
      </dgm:t>
    </dgm:pt>
    <dgm:pt modelId="{826FA348-FABE-E840-8B44-ADEC15CE1044}" type="parTrans" cxnId="{9AF6CAE3-88A3-3544-B3C5-C11B0048CC77}">
      <dgm:prSet/>
      <dgm:spPr/>
      <dgm:t>
        <a:bodyPr/>
        <a:lstStyle/>
        <a:p>
          <a:endParaRPr lang="en-US" sz="800"/>
        </a:p>
      </dgm:t>
    </dgm:pt>
    <dgm:pt modelId="{192D5637-FC2E-9D4C-A670-57663DEECC7C}" type="sibTrans" cxnId="{9AF6CAE3-88A3-3544-B3C5-C11B0048CC77}">
      <dgm:prSet/>
      <dgm:spPr/>
      <dgm:t>
        <a:bodyPr/>
        <a:lstStyle/>
        <a:p>
          <a:endParaRPr lang="en-US" sz="800"/>
        </a:p>
      </dgm:t>
    </dgm:pt>
    <dgm:pt modelId="{71CC9448-09A8-054D-A42A-35E526B35E89}">
      <dgm:prSet custT="1"/>
      <dgm:spPr/>
      <dgm:t>
        <a:bodyPr/>
        <a:lstStyle/>
        <a:p>
          <a:r>
            <a:rPr lang="en-US" sz="800" dirty="0"/>
            <a:t>Photoautotrophs</a:t>
          </a:r>
        </a:p>
      </dgm:t>
    </dgm:pt>
    <dgm:pt modelId="{124855D8-38DC-8D40-BC48-1FA073238DE5}" type="parTrans" cxnId="{296ACDE0-19C5-194B-96C7-0E9A9CA221F3}">
      <dgm:prSet/>
      <dgm:spPr/>
      <dgm:t>
        <a:bodyPr/>
        <a:lstStyle/>
        <a:p>
          <a:endParaRPr lang="en-US" sz="800"/>
        </a:p>
      </dgm:t>
    </dgm:pt>
    <dgm:pt modelId="{4BC66015-1091-7E4A-B28F-04FCFC44726A}" type="sibTrans" cxnId="{296ACDE0-19C5-194B-96C7-0E9A9CA221F3}">
      <dgm:prSet/>
      <dgm:spPr/>
      <dgm:t>
        <a:bodyPr/>
        <a:lstStyle/>
        <a:p>
          <a:endParaRPr lang="en-US" sz="800"/>
        </a:p>
      </dgm:t>
    </dgm:pt>
    <dgm:pt modelId="{4099D19D-BF2C-A548-9E93-84504D2B464E}">
      <dgm:prSet custT="1"/>
      <dgm:spPr/>
      <dgm:t>
        <a:bodyPr/>
        <a:lstStyle/>
        <a:p>
          <a:r>
            <a:rPr lang="en-US" sz="800" dirty="0"/>
            <a:t>Use H2O to reduce CO2?</a:t>
          </a:r>
        </a:p>
      </dgm:t>
    </dgm:pt>
    <dgm:pt modelId="{D27532DD-8F92-9041-AFC0-8C4FD996BE87}" type="parTrans" cxnId="{0F4292C1-B56C-6C46-9A71-B1B316FEE334}">
      <dgm:prSet/>
      <dgm:spPr/>
      <dgm:t>
        <a:bodyPr/>
        <a:lstStyle/>
        <a:p>
          <a:endParaRPr lang="en-US" sz="800"/>
        </a:p>
      </dgm:t>
    </dgm:pt>
    <dgm:pt modelId="{3DC33956-18E7-6044-AA49-32FCA153973C}" type="sibTrans" cxnId="{0F4292C1-B56C-6C46-9A71-B1B316FEE334}">
      <dgm:prSet/>
      <dgm:spPr/>
      <dgm:t>
        <a:bodyPr/>
        <a:lstStyle/>
        <a:p>
          <a:endParaRPr lang="en-US" sz="800"/>
        </a:p>
      </dgm:t>
    </dgm:pt>
    <dgm:pt modelId="{91E613D6-93C6-D343-992E-3A17EBDFB011}">
      <dgm:prSet custT="1"/>
      <dgm:spPr/>
      <dgm:t>
        <a:bodyPr/>
        <a:lstStyle/>
        <a:p>
          <a:r>
            <a:rPr lang="en-US" sz="800" dirty="0"/>
            <a:t>Yes, oxygenic photosynthesis (plants, algae, cyanobacteria)</a:t>
          </a:r>
        </a:p>
      </dgm:t>
    </dgm:pt>
    <dgm:pt modelId="{3BFEAD3D-DF26-8742-B528-3D166A297EB6}" type="parTrans" cxnId="{76326892-90AE-5E42-9969-79D07053477A}">
      <dgm:prSet/>
      <dgm:spPr/>
      <dgm:t>
        <a:bodyPr/>
        <a:lstStyle/>
        <a:p>
          <a:endParaRPr lang="en-US" sz="800"/>
        </a:p>
      </dgm:t>
    </dgm:pt>
    <dgm:pt modelId="{370EA003-6A42-FD45-86EF-F93121E8D05A}" type="sibTrans" cxnId="{76326892-90AE-5E42-9969-79D07053477A}">
      <dgm:prSet/>
      <dgm:spPr/>
      <dgm:t>
        <a:bodyPr/>
        <a:lstStyle/>
        <a:p>
          <a:endParaRPr lang="en-US" sz="800"/>
        </a:p>
      </dgm:t>
    </dgm:pt>
    <dgm:pt modelId="{5774C2A8-5092-5542-AEB0-68D0D32AB57C}">
      <dgm:prSet custT="1"/>
      <dgm:spPr/>
      <dgm:t>
        <a:bodyPr/>
        <a:lstStyle/>
        <a:p>
          <a:r>
            <a:rPr lang="en-US" sz="800" dirty="0"/>
            <a:t>No, Anoxygenic photosynthetic bacteria (green and purple bacteria)</a:t>
          </a:r>
        </a:p>
      </dgm:t>
    </dgm:pt>
    <dgm:pt modelId="{4FFBB9B2-F4A2-FC48-AA97-0BB5254D1AC2}" type="parTrans" cxnId="{5B713513-29BB-D547-B841-7008ABE30618}">
      <dgm:prSet/>
      <dgm:spPr/>
      <dgm:t>
        <a:bodyPr/>
        <a:lstStyle/>
        <a:p>
          <a:endParaRPr lang="en-US" sz="800"/>
        </a:p>
      </dgm:t>
    </dgm:pt>
    <dgm:pt modelId="{12B1C221-ECCB-A942-B05A-087A5CB272E7}" type="sibTrans" cxnId="{5B713513-29BB-D547-B841-7008ABE30618}">
      <dgm:prSet/>
      <dgm:spPr/>
      <dgm:t>
        <a:bodyPr/>
        <a:lstStyle/>
        <a:p>
          <a:endParaRPr lang="en-US" sz="800"/>
        </a:p>
      </dgm:t>
    </dgm:pt>
    <dgm:pt modelId="{8AAB432A-D3E6-0049-9DFF-EF9401AAF0D7}">
      <dgm:prSet custT="1"/>
      <dgm:spPr/>
      <dgm:t>
        <a:bodyPr/>
        <a:lstStyle/>
        <a:p>
          <a:r>
            <a:rPr lang="en-US" sz="800" dirty="0"/>
            <a:t>Animals, most fungi, protozoa, bacteria</a:t>
          </a:r>
        </a:p>
      </dgm:t>
    </dgm:pt>
    <dgm:pt modelId="{C8BBDA6D-AE5C-8B4D-B223-153D635EEAFF}" type="sibTrans" cxnId="{984BF7C9-CB6A-7A47-B56E-BC96B38F236B}">
      <dgm:prSet/>
      <dgm:spPr/>
      <dgm:t>
        <a:bodyPr/>
        <a:lstStyle/>
        <a:p>
          <a:endParaRPr lang="en-US" sz="800"/>
        </a:p>
      </dgm:t>
    </dgm:pt>
    <dgm:pt modelId="{228F8371-FB43-8A47-8311-3BD638C497C7}" type="parTrans" cxnId="{984BF7C9-CB6A-7A47-B56E-BC96B38F236B}">
      <dgm:prSet/>
      <dgm:spPr/>
      <dgm:t>
        <a:bodyPr/>
        <a:lstStyle/>
        <a:p>
          <a:endParaRPr lang="en-US" sz="800"/>
        </a:p>
      </dgm:t>
    </dgm:pt>
    <dgm:pt modelId="{02EF8CCE-7217-CB4D-B894-FA1BA2735161}" type="pres">
      <dgm:prSet presAssocID="{1CA851FC-4408-2144-AFFC-05AACC9B6974}" presName="hierChild1" presStyleCnt="0">
        <dgm:presLayoutVars>
          <dgm:orgChart val="1"/>
          <dgm:chPref val="1"/>
          <dgm:dir/>
          <dgm:animOne val="branch"/>
          <dgm:animLvl val="lvl"/>
          <dgm:resizeHandles/>
        </dgm:presLayoutVars>
      </dgm:prSet>
      <dgm:spPr/>
    </dgm:pt>
    <dgm:pt modelId="{52652C08-1E3C-C643-A533-292142E63A3E}" type="pres">
      <dgm:prSet presAssocID="{ECA7E29C-CA00-9642-A6C1-C1B06763A242}" presName="hierRoot1" presStyleCnt="0">
        <dgm:presLayoutVars>
          <dgm:hierBranch val="init"/>
        </dgm:presLayoutVars>
      </dgm:prSet>
      <dgm:spPr/>
    </dgm:pt>
    <dgm:pt modelId="{4100EE18-91F5-6141-A1D8-740166C978E2}" type="pres">
      <dgm:prSet presAssocID="{ECA7E29C-CA00-9642-A6C1-C1B06763A242}" presName="rootComposite1" presStyleCnt="0"/>
      <dgm:spPr/>
    </dgm:pt>
    <dgm:pt modelId="{EB98ADEA-669B-6C46-9860-C87692DDD31F}" type="pres">
      <dgm:prSet presAssocID="{ECA7E29C-CA00-9642-A6C1-C1B06763A242}" presName="rootText1" presStyleLbl="node0" presStyleIdx="0" presStyleCnt="1" custScaleX="154092" custScaleY="185470">
        <dgm:presLayoutVars>
          <dgm:chPref val="3"/>
        </dgm:presLayoutVars>
      </dgm:prSet>
      <dgm:spPr/>
    </dgm:pt>
    <dgm:pt modelId="{B33E1E6A-7440-A142-B196-4068FAD53ECE}" type="pres">
      <dgm:prSet presAssocID="{ECA7E29C-CA00-9642-A6C1-C1B06763A242}" presName="rootConnector1" presStyleLbl="node1" presStyleIdx="0" presStyleCnt="0"/>
      <dgm:spPr/>
    </dgm:pt>
    <dgm:pt modelId="{A996F44D-3D24-B443-8A54-15E73AA98007}" type="pres">
      <dgm:prSet presAssocID="{ECA7E29C-CA00-9642-A6C1-C1B06763A242}" presName="hierChild2" presStyleCnt="0"/>
      <dgm:spPr/>
    </dgm:pt>
    <dgm:pt modelId="{4A3A5AE0-9BD4-8145-8EC7-FBB33CD8F717}" type="pres">
      <dgm:prSet presAssocID="{B1E1BBCE-86E5-6C48-A141-1370F9EF79AC}" presName="Name37" presStyleLbl="parChTrans1D2" presStyleIdx="0" presStyleCnt="2"/>
      <dgm:spPr/>
    </dgm:pt>
    <dgm:pt modelId="{F3AA77AE-4571-9444-807D-FFCD2A672B02}" type="pres">
      <dgm:prSet presAssocID="{A7950949-8F8E-D54D-9E8F-588524F414AD}" presName="hierRoot2" presStyleCnt="0">
        <dgm:presLayoutVars>
          <dgm:hierBranch val="init"/>
        </dgm:presLayoutVars>
      </dgm:prSet>
      <dgm:spPr/>
    </dgm:pt>
    <dgm:pt modelId="{FA7B805F-541D-0442-9145-9C0491DD396B}" type="pres">
      <dgm:prSet presAssocID="{A7950949-8F8E-D54D-9E8F-588524F414AD}" presName="rootComposite" presStyleCnt="0"/>
      <dgm:spPr/>
    </dgm:pt>
    <dgm:pt modelId="{30051186-F022-804C-843B-F6C252C109EB}" type="pres">
      <dgm:prSet presAssocID="{A7950949-8F8E-D54D-9E8F-588524F414AD}" presName="rootText" presStyleLbl="node2" presStyleIdx="0" presStyleCnt="2" custLinFactX="-40977" custLinFactNeighborX="-100000" custLinFactNeighborY="6212">
        <dgm:presLayoutVars>
          <dgm:chPref val="3"/>
        </dgm:presLayoutVars>
      </dgm:prSet>
      <dgm:spPr/>
    </dgm:pt>
    <dgm:pt modelId="{23F8AEF7-E825-7441-A8AA-159E91F445E1}" type="pres">
      <dgm:prSet presAssocID="{A7950949-8F8E-D54D-9E8F-588524F414AD}" presName="rootConnector" presStyleLbl="node2" presStyleIdx="0" presStyleCnt="2"/>
      <dgm:spPr/>
    </dgm:pt>
    <dgm:pt modelId="{D4FACFEB-C123-7044-AC8F-5D8AF1A18FF6}" type="pres">
      <dgm:prSet presAssocID="{A7950949-8F8E-D54D-9E8F-588524F414AD}" presName="hierChild4" presStyleCnt="0"/>
      <dgm:spPr/>
    </dgm:pt>
    <dgm:pt modelId="{0FAF39CB-AD0F-D046-9395-FF46CF8F863D}" type="pres">
      <dgm:prSet presAssocID="{EB7C502C-7011-1F47-9CE0-C525E1D3BAA4}" presName="Name37" presStyleLbl="parChTrans1D3" presStyleIdx="0" presStyleCnt="2"/>
      <dgm:spPr/>
    </dgm:pt>
    <dgm:pt modelId="{CDA30940-E071-4942-8319-0F0B6FD14E84}" type="pres">
      <dgm:prSet presAssocID="{6036B2F9-A6D1-B046-9060-AE1281FAA854}" presName="hierRoot2" presStyleCnt="0">
        <dgm:presLayoutVars>
          <dgm:hierBranch val="init"/>
        </dgm:presLayoutVars>
      </dgm:prSet>
      <dgm:spPr/>
    </dgm:pt>
    <dgm:pt modelId="{4FCC5C1C-BABE-2345-AA3E-A6FA41F28D60}" type="pres">
      <dgm:prSet presAssocID="{6036B2F9-A6D1-B046-9060-AE1281FAA854}" presName="rootComposite" presStyleCnt="0"/>
      <dgm:spPr/>
    </dgm:pt>
    <dgm:pt modelId="{2CF0B46E-944B-814C-9E01-FA1C88E6127C}" type="pres">
      <dgm:prSet presAssocID="{6036B2F9-A6D1-B046-9060-AE1281FAA854}" presName="rootText" presStyleLbl="node3" presStyleIdx="0" presStyleCnt="2" custScaleX="167907" custScaleY="71244" custLinFactX="-40977" custLinFactNeighborX="-100000" custLinFactNeighborY="6212">
        <dgm:presLayoutVars>
          <dgm:chPref val="3"/>
        </dgm:presLayoutVars>
      </dgm:prSet>
      <dgm:spPr/>
    </dgm:pt>
    <dgm:pt modelId="{E9F385C1-CB86-DF4F-880C-BAA5AB262F60}" type="pres">
      <dgm:prSet presAssocID="{6036B2F9-A6D1-B046-9060-AE1281FAA854}" presName="rootConnector" presStyleLbl="node3" presStyleIdx="0" presStyleCnt="2"/>
      <dgm:spPr/>
    </dgm:pt>
    <dgm:pt modelId="{1609108F-01AF-EC41-9C11-15D1CF868C94}" type="pres">
      <dgm:prSet presAssocID="{6036B2F9-A6D1-B046-9060-AE1281FAA854}" presName="hierChild4" presStyleCnt="0"/>
      <dgm:spPr/>
    </dgm:pt>
    <dgm:pt modelId="{A61A9CE2-B153-4F4E-B872-B31591E7B50E}" type="pres">
      <dgm:prSet presAssocID="{0776DC4D-8BC4-F64E-BE9A-6A3BDBBA2B33}" presName="Name37" presStyleLbl="parChTrans1D4" presStyleIdx="0" presStyleCnt="23"/>
      <dgm:spPr/>
    </dgm:pt>
    <dgm:pt modelId="{C5F295DC-89E7-E143-BD86-0B77D55163A5}" type="pres">
      <dgm:prSet presAssocID="{00ADF8C4-0657-8F4F-AA79-60381ACB1CE5}" presName="hierRoot2" presStyleCnt="0">
        <dgm:presLayoutVars>
          <dgm:hierBranch val="init"/>
        </dgm:presLayoutVars>
      </dgm:prSet>
      <dgm:spPr/>
    </dgm:pt>
    <dgm:pt modelId="{3340CF67-818A-B643-A097-E3E994E8209F}" type="pres">
      <dgm:prSet presAssocID="{00ADF8C4-0657-8F4F-AA79-60381ACB1CE5}" presName="rootComposite" presStyleCnt="0"/>
      <dgm:spPr/>
    </dgm:pt>
    <dgm:pt modelId="{BB37A471-E8BC-5B4E-AB90-900620D8C92C}" type="pres">
      <dgm:prSet presAssocID="{00ADF8C4-0657-8F4F-AA79-60381ACB1CE5}" presName="rootText" presStyleLbl="node4" presStyleIdx="0" presStyleCnt="23" custLinFactX="-40977" custLinFactNeighborX="-100000" custLinFactNeighborY="6212">
        <dgm:presLayoutVars>
          <dgm:chPref val="3"/>
        </dgm:presLayoutVars>
      </dgm:prSet>
      <dgm:spPr/>
    </dgm:pt>
    <dgm:pt modelId="{202D0863-3284-7944-8576-80050119850F}" type="pres">
      <dgm:prSet presAssocID="{00ADF8C4-0657-8F4F-AA79-60381ACB1CE5}" presName="rootConnector" presStyleLbl="node4" presStyleIdx="0" presStyleCnt="23"/>
      <dgm:spPr/>
    </dgm:pt>
    <dgm:pt modelId="{DA298CC6-A846-6C45-A4A9-170167D6FB7C}" type="pres">
      <dgm:prSet presAssocID="{00ADF8C4-0657-8F4F-AA79-60381ACB1CE5}" presName="hierChild4" presStyleCnt="0"/>
      <dgm:spPr/>
    </dgm:pt>
    <dgm:pt modelId="{DF784482-89F8-6641-8A6B-C155D68403A1}" type="pres">
      <dgm:prSet presAssocID="{F2A81F7A-DB73-7D44-A3AE-E1B2AAED8371}" presName="Name37" presStyleLbl="parChTrans1D4" presStyleIdx="1" presStyleCnt="23"/>
      <dgm:spPr/>
    </dgm:pt>
    <dgm:pt modelId="{B03F5493-9C6D-0D4F-9AA1-0AC492F34AED}" type="pres">
      <dgm:prSet presAssocID="{BF05AC21-1E10-E443-B978-B6463B56FDC0}" presName="hierRoot2" presStyleCnt="0">
        <dgm:presLayoutVars>
          <dgm:hierBranch val="init"/>
        </dgm:presLayoutVars>
      </dgm:prSet>
      <dgm:spPr/>
    </dgm:pt>
    <dgm:pt modelId="{9B2E8088-C87C-4146-95B5-7E402E24BB60}" type="pres">
      <dgm:prSet presAssocID="{BF05AC21-1E10-E443-B978-B6463B56FDC0}" presName="rootComposite" presStyleCnt="0"/>
      <dgm:spPr/>
    </dgm:pt>
    <dgm:pt modelId="{DE6C9F4C-C6CB-0D4C-94E4-B1FE7F0DA9AD}" type="pres">
      <dgm:prSet presAssocID="{BF05AC21-1E10-E443-B978-B6463B56FDC0}" presName="rootText" presStyleLbl="node4" presStyleIdx="1" presStyleCnt="23" custLinFactX="-40977" custLinFactNeighborX="-100000" custLinFactNeighborY="6212">
        <dgm:presLayoutVars>
          <dgm:chPref val="3"/>
        </dgm:presLayoutVars>
      </dgm:prSet>
      <dgm:spPr/>
    </dgm:pt>
    <dgm:pt modelId="{832A60A7-0EA1-8E4B-9987-00EB17CB2889}" type="pres">
      <dgm:prSet presAssocID="{BF05AC21-1E10-E443-B978-B6463B56FDC0}" presName="rootConnector" presStyleLbl="node4" presStyleIdx="1" presStyleCnt="23"/>
      <dgm:spPr/>
    </dgm:pt>
    <dgm:pt modelId="{1EAC008F-95D3-7C4D-974D-2C32D02B6FCF}" type="pres">
      <dgm:prSet presAssocID="{BF05AC21-1E10-E443-B978-B6463B56FDC0}" presName="hierChild4" presStyleCnt="0"/>
      <dgm:spPr/>
    </dgm:pt>
    <dgm:pt modelId="{E4E90E3E-2731-F042-9D37-DB9F9BCE6BC5}" type="pres">
      <dgm:prSet presAssocID="{4868C0B7-9FC0-9A47-A84B-F2826D8F5BCB}" presName="Name37" presStyleLbl="parChTrans1D4" presStyleIdx="2" presStyleCnt="23"/>
      <dgm:spPr/>
    </dgm:pt>
    <dgm:pt modelId="{E8914627-8B2D-874A-9A44-A4B68C1CC0C9}" type="pres">
      <dgm:prSet presAssocID="{6F89BF38-A84E-864D-A42F-F8B46FE41950}" presName="hierRoot2" presStyleCnt="0">
        <dgm:presLayoutVars>
          <dgm:hierBranch val="init"/>
        </dgm:presLayoutVars>
      </dgm:prSet>
      <dgm:spPr/>
    </dgm:pt>
    <dgm:pt modelId="{E3FB8891-7317-B744-8A16-DF74D3AC317A}" type="pres">
      <dgm:prSet presAssocID="{6F89BF38-A84E-864D-A42F-F8B46FE41950}" presName="rootComposite" presStyleCnt="0"/>
      <dgm:spPr/>
    </dgm:pt>
    <dgm:pt modelId="{2ACFABD4-55C1-4D48-9483-72FE8BF75A07}" type="pres">
      <dgm:prSet presAssocID="{6F89BF38-A84E-864D-A42F-F8B46FE41950}" presName="rootText" presStyleLbl="node4" presStyleIdx="2" presStyleCnt="23" custScaleX="150414" custLinFactX="-40977" custLinFactNeighborX="-100000" custLinFactNeighborY="6212">
        <dgm:presLayoutVars>
          <dgm:chPref val="3"/>
        </dgm:presLayoutVars>
      </dgm:prSet>
      <dgm:spPr/>
    </dgm:pt>
    <dgm:pt modelId="{BB070FBD-86B4-D843-B695-7C941D5C7CFC}" type="pres">
      <dgm:prSet presAssocID="{6F89BF38-A84E-864D-A42F-F8B46FE41950}" presName="rootConnector" presStyleLbl="node4" presStyleIdx="2" presStyleCnt="23"/>
      <dgm:spPr/>
    </dgm:pt>
    <dgm:pt modelId="{48DC053F-EB31-A446-94FF-8A19A4C5B45F}" type="pres">
      <dgm:prSet presAssocID="{6F89BF38-A84E-864D-A42F-F8B46FE41950}" presName="hierChild4" presStyleCnt="0"/>
      <dgm:spPr/>
    </dgm:pt>
    <dgm:pt modelId="{91F0C1BD-D8D7-024B-A8D6-8FEAE33632DB}" type="pres">
      <dgm:prSet presAssocID="{E5EA50FE-DC66-8541-935B-D871E151BF6C}" presName="Name37" presStyleLbl="parChTrans1D4" presStyleIdx="3" presStyleCnt="23"/>
      <dgm:spPr/>
    </dgm:pt>
    <dgm:pt modelId="{E883AC9C-E8E2-7941-9A50-EFD0FAD5116D}" type="pres">
      <dgm:prSet presAssocID="{DA3D8EEE-8FDA-0B45-B634-42027EAEE910}" presName="hierRoot2" presStyleCnt="0">
        <dgm:presLayoutVars>
          <dgm:hierBranch val="init"/>
        </dgm:presLayoutVars>
      </dgm:prSet>
      <dgm:spPr/>
    </dgm:pt>
    <dgm:pt modelId="{A7ED8C3A-7574-BD49-A73F-AAD8484808C7}" type="pres">
      <dgm:prSet presAssocID="{DA3D8EEE-8FDA-0B45-B634-42027EAEE910}" presName="rootComposite" presStyleCnt="0"/>
      <dgm:spPr/>
    </dgm:pt>
    <dgm:pt modelId="{BFE41C2E-8917-FC47-8728-AC8D9B66C971}" type="pres">
      <dgm:prSet presAssocID="{DA3D8EEE-8FDA-0B45-B634-42027EAEE910}" presName="rootText" presStyleLbl="node4" presStyleIdx="3" presStyleCnt="23" custLinFactNeighborX="-74635" custLinFactNeighborY="2369">
        <dgm:presLayoutVars>
          <dgm:chPref val="3"/>
        </dgm:presLayoutVars>
      </dgm:prSet>
      <dgm:spPr/>
    </dgm:pt>
    <dgm:pt modelId="{016FBA2C-8D46-C547-9569-E590155CBBAD}" type="pres">
      <dgm:prSet presAssocID="{DA3D8EEE-8FDA-0B45-B634-42027EAEE910}" presName="rootConnector" presStyleLbl="node4" presStyleIdx="3" presStyleCnt="23"/>
      <dgm:spPr/>
    </dgm:pt>
    <dgm:pt modelId="{B781DD00-362F-AD41-AC55-059A36D884ED}" type="pres">
      <dgm:prSet presAssocID="{DA3D8EEE-8FDA-0B45-B634-42027EAEE910}" presName="hierChild4" presStyleCnt="0"/>
      <dgm:spPr/>
    </dgm:pt>
    <dgm:pt modelId="{F275A898-D448-9F44-A779-86D1C9635402}" type="pres">
      <dgm:prSet presAssocID="{822FC99B-6AC4-7C4E-86CB-A12F77C9A22E}" presName="Name37" presStyleLbl="parChTrans1D4" presStyleIdx="4" presStyleCnt="23"/>
      <dgm:spPr/>
    </dgm:pt>
    <dgm:pt modelId="{C14DBD01-2F94-3E49-990A-ABF1923DA936}" type="pres">
      <dgm:prSet presAssocID="{A7534A1A-FEA3-B34A-AEED-79646F0832AF}" presName="hierRoot2" presStyleCnt="0">
        <dgm:presLayoutVars>
          <dgm:hierBranch val="init"/>
        </dgm:presLayoutVars>
      </dgm:prSet>
      <dgm:spPr/>
    </dgm:pt>
    <dgm:pt modelId="{DA62EEAF-AD34-8D49-A855-5B46928D0656}" type="pres">
      <dgm:prSet presAssocID="{A7534A1A-FEA3-B34A-AEED-79646F0832AF}" presName="rootComposite" presStyleCnt="0"/>
      <dgm:spPr/>
    </dgm:pt>
    <dgm:pt modelId="{E59B3C57-CCDF-7A4D-BFD8-CEF43CB6625C}" type="pres">
      <dgm:prSet presAssocID="{A7534A1A-FEA3-B34A-AEED-79646F0832AF}" presName="rootText" presStyleLbl="node4" presStyleIdx="4" presStyleCnt="23" custLinFactX="-40977" custLinFactNeighborX="-100000" custLinFactNeighborY="6212">
        <dgm:presLayoutVars>
          <dgm:chPref val="3"/>
        </dgm:presLayoutVars>
      </dgm:prSet>
      <dgm:spPr/>
    </dgm:pt>
    <dgm:pt modelId="{7EA60E6F-7C44-A745-9A52-B928D17F7BE5}" type="pres">
      <dgm:prSet presAssocID="{A7534A1A-FEA3-B34A-AEED-79646F0832AF}" presName="rootConnector" presStyleLbl="node4" presStyleIdx="4" presStyleCnt="23"/>
      <dgm:spPr/>
    </dgm:pt>
    <dgm:pt modelId="{ABA2805E-9E08-6C40-9D62-E45AB88552E8}" type="pres">
      <dgm:prSet presAssocID="{A7534A1A-FEA3-B34A-AEED-79646F0832AF}" presName="hierChild4" presStyleCnt="0"/>
      <dgm:spPr/>
    </dgm:pt>
    <dgm:pt modelId="{DE946943-C1D1-2342-855F-B68AB6521502}" type="pres">
      <dgm:prSet presAssocID="{228F8371-FB43-8A47-8311-3BD638C497C7}" presName="Name37" presStyleLbl="parChTrans1D4" presStyleIdx="5" presStyleCnt="23"/>
      <dgm:spPr/>
    </dgm:pt>
    <dgm:pt modelId="{C6FF231B-ACDE-DE46-AE53-109C151DEAA0}" type="pres">
      <dgm:prSet presAssocID="{8AAB432A-D3E6-0049-9DFF-EF9401AAF0D7}" presName="hierRoot2" presStyleCnt="0">
        <dgm:presLayoutVars>
          <dgm:hierBranch val="init"/>
        </dgm:presLayoutVars>
      </dgm:prSet>
      <dgm:spPr/>
    </dgm:pt>
    <dgm:pt modelId="{FBAC7820-F3D2-B945-84B0-CBB3BEED3938}" type="pres">
      <dgm:prSet presAssocID="{8AAB432A-D3E6-0049-9DFF-EF9401AAF0D7}" presName="rootComposite" presStyleCnt="0"/>
      <dgm:spPr/>
    </dgm:pt>
    <dgm:pt modelId="{1A807BE5-728A-F846-9952-204DC8BF9425}" type="pres">
      <dgm:prSet presAssocID="{8AAB432A-D3E6-0049-9DFF-EF9401AAF0D7}" presName="rootText" presStyleLbl="node4" presStyleIdx="5" presStyleCnt="23" custLinFactX="-40977" custLinFactNeighborX="-100000" custLinFactNeighborY="6212">
        <dgm:presLayoutVars>
          <dgm:chPref val="3"/>
        </dgm:presLayoutVars>
      </dgm:prSet>
      <dgm:spPr/>
    </dgm:pt>
    <dgm:pt modelId="{64A5FAE3-276B-824E-83AC-DA342364A8B0}" type="pres">
      <dgm:prSet presAssocID="{8AAB432A-D3E6-0049-9DFF-EF9401AAF0D7}" presName="rootConnector" presStyleLbl="node4" presStyleIdx="5" presStyleCnt="23"/>
      <dgm:spPr/>
    </dgm:pt>
    <dgm:pt modelId="{AB8DE166-3659-B643-B364-E68F29F4FF0B}" type="pres">
      <dgm:prSet presAssocID="{8AAB432A-D3E6-0049-9DFF-EF9401AAF0D7}" presName="hierChild4" presStyleCnt="0"/>
      <dgm:spPr/>
    </dgm:pt>
    <dgm:pt modelId="{095F057A-463E-204C-83BD-BD342F9AB879}" type="pres">
      <dgm:prSet presAssocID="{8AAB432A-D3E6-0049-9DFF-EF9401AAF0D7}" presName="hierChild5" presStyleCnt="0"/>
      <dgm:spPr/>
    </dgm:pt>
    <dgm:pt modelId="{1C1EF752-C217-2E42-848E-DEDB3EDF35D6}" type="pres">
      <dgm:prSet presAssocID="{A7534A1A-FEA3-B34A-AEED-79646F0832AF}" presName="hierChild5" presStyleCnt="0"/>
      <dgm:spPr/>
    </dgm:pt>
    <dgm:pt modelId="{508EF1F2-E20C-A346-AF68-DEA11D1950D7}" type="pres">
      <dgm:prSet presAssocID="{13E89C85-12D4-B940-81BD-1211C9C25010}" presName="Name37" presStyleLbl="parChTrans1D4" presStyleIdx="6" presStyleCnt="23"/>
      <dgm:spPr/>
    </dgm:pt>
    <dgm:pt modelId="{6103119D-CC1D-804C-9B5B-ED3756BE3144}" type="pres">
      <dgm:prSet presAssocID="{15F80D4D-D9FD-E947-BF12-6AE0162228DC}" presName="hierRoot2" presStyleCnt="0">
        <dgm:presLayoutVars>
          <dgm:hierBranch val="init"/>
        </dgm:presLayoutVars>
      </dgm:prSet>
      <dgm:spPr/>
    </dgm:pt>
    <dgm:pt modelId="{87AE8632-6475-E34E-AAC4-A7DA16AC2934}" type="pres">
      <dgm:prSet presAssocID="{15F80D4D-D9FD-E947-BF12-6AE0162228DC}" presName="rootComposite" presStyleCnt="0"/>
      <dgm:spPr/>
    </dgm:pt>
    <dgm:pt modelId="{9446DCA9-FACE-7C46-80B6-C5E3A7A1119B}" type="pres">
      <dgm:prSet presAssocID="{15F80D4D-D9FD-E947-BF12-6AE0162228DC}" presName="rootText" presStyleLbl="node4" presStyleIdx="6" presStyleCnt="23" custLinFactX="-40977" custLinFactNeighborX="-100000" custLinFactNeighborY="6212">
        <dgm:presLayoutVars>
          <dgm:chPref val="3"/>
        </dgm:presLayoutVars>
      </dgm:prSet>
      <dgm:spPr/>
    </dgm:pt>
    <dgm:pt modelId="{FBC9BDE3-C8E9-BC4C-BB5A-016AE7D387D0}" type="pres">
      <dgm:prSet presAssocID="{15F80D4D-D9FD-E947-BF12-6AE0162228DC}" presName="rootConnector" presStyleLbl="node4" presStyleIdx="6" presStyleCnt="23"/>
      <dgm:spPr/>
    </dgm:pt>
    <dgm:pt modelId="{B219F7FF-9740-4C4D-89FA-285B96036274}" type="pres">
      <dgm:prSet presAssocID="{15F80D4D-D9FD-E947-BF12-6AE0162228DC}" presName="hierChild4" presStyleCnt="0"/>
      <dgm:spPr/>
    </dgm:pt>
    <dgm:pt modelId="{003E4100-2566-C543-8695-F70ED0C8B034}" type="pres">
      <dgm:prSet presAssocID="{8BDBE607-F1E9-784B-8031-22D494FBFE54}" presName="Name37" presStyleLbl="parChTrans1D4" presStyleIdx="7" presStyleCnt="23"/>
      <dgm:spPr/>
    </dgm:pt>
    <dgm:pt modelId="{A3A77310-7B8F-7348-B69A-2E34C14E37E6}" type="pres">
      <dgm:prSet presAssocID="{1D661F7B-4DE2-F34D-ACA5-1CE0EA4E7594}" presName="hierRoot2" presStyleCnt="0">
        <dgm:presLayoutVars>
          <dgm:hierBranch val="init"/>
        </dgm:presLayoutVars>
      </dgm:prSet>
      <dgm:spPr/>
    </dgm:pt>
    <dgm:pt modelId="{3DFD2F3B-9077-D948-9929-181865407EC2}" type="pres">
      <dgm:prSet presAssocID="{1D661F7B-4DE2-F34D-ACA5-1CE0EA4E7594}" presName="rootComposite" presStyleCnt="0"/>
      <dgm:spPr/>
    </dgm:pt>
    <dgm:pt modelId="{EF953B74-D73F-EA4F-BEC7-402B98075E57}" type="pres">
      <dgm:prSet presAssocID="{1D661F7B-4DE2-F34D-ACA5-1CE0EA4E7594}" presName="rootText" presStyleLbl="node4" presStyleIdx="7" presStyleCnt="23" custLinFactX="-40977" custLinFactNeighborX="-100000" custLinFactNeighborY="6212">
        <dgm:presLayoutVars>
          <dgm:chPref val="3"/>
        </dgm:presLayoutVars>
      </dgm:prSet>
      <dgm:spPr/>
    </dgm:pt>
    <dgm:pt modelId="{A8C372A5-8EE1-2941-A294-47FBDD7AEBA5}" type="pres">
      <dgm:prSet presAssocID="{1D661F7B-4DE2-F34D-ACA5-1CE0EA4E7594}" presName="rootConnector" presStyleLbl="node4" presStyleIdx="7" presStyleCnt="23"/>
      <dgm:spPr/>
    </dgm:pt>
    <dgm:pt modelId="{8321CABD-D17A-8649-AEAA-2D9B298CA354}" type="pres">
      <dgm:prSet presAssocID="{1D661F7B-4DE2-F34D-ACA5-1CE0EA4E7594}" presName="hierChild4" presStyleCnt="0"/>
      <dgm:spPr/>
    </dgm:pt>
    <dgm:pt modelId="{686EFB0C-4C15-8349-AEFB-C8A15361CCB0}" type="pres">
      <dgm:prSet presAssocID="{9970368A-FBFB-8349-8388-A1784F177175}" presName="Name37" presStyleLbl="parChTrans1D4" presStyleIdx="8" presStyleCnt="23"/>
      <dgm:spPr/>
    </dgm:pt>
    <dgm:pt modelId="{CD06E75F-05C8-6946-A647-044C0CE5B16C}" type="pres">
      <dgm:prSet presAssocID="{C0724EAE-CDF4-B34B-928F-2B4D70DB65AA}" presName="hierRoot2" presStyleCnt="0">
        <dgm:presLayoutVars>
          <dgm:hierBranch val="init"/>
        </dgm:presLayoutVars>
      </dgm:prSet>
      <dgm:spPr/>
    </dgm:pt>
    <dgm:pt modelId="{9EBBF8D7-826E-EA41-962E-4465A84D115A}" type="pres">
      <dgm:prSet presAssocID="{C0724EAE-CDF4-B34B-928F-2B4D70DB65AA}" presName="rootComposite" presStyleCnt="0"/>
      <dgm:spPr/>
    </dgm:pt>
    <dgm:pt modelId="{D777CD76-41ED-FA44-BCF4-817E4FB3FEDE}" type="pres">
      <dgm:prSet presAssocID="{C0724EAE-CDF4-B34B-928F-2B4D70DB65AA}" presName="rootText" presStyleLbl="node4" presStyleIdx="8" presStyleCnt="23" custLinFactX="-40977" custLinFactNeighborX="-100000" custLinFactNeighborY="6212">
        <dgm:presLayoutVars>
          <dgm:chPref val="3"/>
        </dgm:presLayoutVars>
      </dgm:prSet>
      <dgm:spPr/>
    </dgm:pt>
    <dgm:pt modelId="{60C7A40B-AFE7-5245-BA46-EFA84416DF76}" type="pres">
      <dgm:prSet presAssocID="{C0724EAE-CDF4-B34B-928F-2B4D70DB65AA}" presName="rootConnector" presStyleLbl="node4" presStyleIdx="8" presStyleCnt="23"/>
      <dgm:spPr/>
    </dgm:pt>
    <dgm:pt modelId="{E6FFE1F3-7AA1-D242-B718-FC7BAD5316E6}" type="pres">
      <dgm:prSet presAssocID="{C0724EAE-CDF4-B34B-928F-2B4D70DB65AA}" presName="hierChild4" presStyleCnt="0"/>
      <dgm:spPr/>
    </dgm:pt>
    <dgm:pt modelId="{FA007B05-340F-4D49-A7B0-3A38A7C357FC}" type="pres">
      <dgm:prSet presAssocID="{C0724EAE-CDF4-B34B-928F-2B4D70DB65AA}" presName="hierChild5" presStyleCnt="0"/>
      <dgm:spPr/>
    </dgm:pt>
    <dgm:pt modelId="{1CA0C1A9-0F3E-5349-978D-99A879C18003}" type="pres">
      <dgm:prSet presAssocID="{1D661F7B-4DE2-F34D-ACA5-1CE0EA4E7594}" presName="hierChild5" presStyleCnt="0"/>
      <dgm:spPr/>
    </dgm:pt>
    <dgm:pt modelId="{493E069C-5C5C-1945-8421-924BCF5BF993}" type="pres">
      <dgm:prSet presAssocID="{FC1D4E63-7091-B64F-A4C8-8BF99886A5E2}" presName="Name37" presStyleLbl="parChTrans1D4" presStyleIdx="9" presStyleCnt="23"/>
      <dgm:spPr/>
    </dgm:pt>
    <dgm:pt modelId="{EAAB75C0-1DB4-E541-9440-99EBEBA1B241}" type="pres">
      <dgm:prSet presAssocID="{4984E784-8F7B-C448-87C6-A2CB2762CEE0}" presName="hierRoot2" presStyleCnt="0">
        <dgm:presLayoutVars>
          <dgm:hierBranch val="init"/>
        </dgm:presLayoutVars>
      </dgm:prSet>
      <dgm:spPr/>
    </dgm:pt>
    <dgm:pt modelId="{ED47E5EF-BDAD-0A47-8713-216C7BB40940}" type="pres">
      <dgm:prSet presAssocID="{4984E784-8F7B-C448-87C6-A2CB2762CEE0}" presName="rootComposite" presStyleCnt="0"/>
      <dgm:spPr/>
    </dgm:pt>
    <dgm:pt modelId="{BFFA47B3-A880-1A40-90A9-793AB1422969}" type="pres">
      <dgm:prSet presAssocID="{4984E784-8F7B-C448-87C6-A2CB2762CEE0}" presName="rootText" presStyleLbl="node4" presStyleIdx="9" presStyleCnt="23" custLinFactX="-40977" custLinFactNeighborX="-100000" custLinFactNeighborY="6212">
        <dgm:presLayoutVars>
          <dgm:chPref val="3"/>
        </dgm:presLayoutVars>
      </dgm:prSet>
      <dgm:spPr/>
    </dgm:pt>
    <dgm:pt modelId="{51F5E7FD-E89A-0A42-BB96-BC612B4DE5D8}" type="pres">
      <dgm:prSet presAssocID="{4984E784-8F7B-C448-87C6-A2CB2762CEE0}" presName="rootConnector" presStyleLbl="node4" presStyleIdx="9" presStyleCnt="23"/>
      <dgm:spPr/>
    </dgm:pt>
    <dgm:pt modelId="{B1E6ABDF-6A9D-9A48-AE62-E48D33D2E610}" type="pres">
      <dgm:prSet presAssocID="{4984E784-8F7B-C448-87C6-A2CB2762CEE0}" presName="hierChild4" presStyleCnt="0"/>
      <dgm:spPr/>
    </dgm:pt>
    <dgm:pt modelId="{CD8A1912-062E-A946-932A-D82D02491C1E}" type="pres">
      <dgm:prSet presAssocID="{6620DDDD-2256-4A4E-B0A6-CC8F7CEAA38B}" presName="Name37" presStyleLbl="parChTrans1D4" presStyleIdx="10" presStyleCnt="23"/>
      <dgm:spPr/>
    </dgm:pt>
    <dgm:pt modelId="{0629D8FE-C090-5C4B-993A-225DBD153F5C}" type="pres">
      <dgm:prSet presAssocID="{C092258F-D7E3-9740-A747-E697F4E2AAEE}" presName="hierRoot2" presStyleCnt="0">
        <dgm:presLayoutVars>
          <dgm:hierBranch val="init"/>
        </dgm:presLayoutVars>
      </dgm:prSet>
      <dgm:spPr/>
    </dgm:pt>
    <dgm:pt modelId="{880761F9-3295-D54D-B63F-D03EC3F4EC8F}" type="pres">
      <dgm:prSet presAssocID="{C092258F-D7E3-9740-A747-E697F4E2AAEE}" presName="rootComposite" presStyleCnt="0"/>
      <dgm:spPr/>
    </dgm:pt>
    <dgm:pt modelId="{E9EA505A-87F1-AC40-99F2-F33EB3A8750C}" type="pres">
      <dgm:prSet presAssocID="{C092258F-D7E3-9740-A747-E697F4E2AAEE}" presName="rootText" presStyleLbl="node4" presStyleIdx="10" presStyleCnt="23" custScaleX="193172" custLinFactX="-40977" custLinFactNeighborX="-100000" custLinFactNeighborY="6212">
        <dgm:presLayoutVars>
          <dgm:chPref val="3"/>
        </dgm:presLayoutVars>
      </dgm:prSet>
      <dgm:spPr/>
    </dgm:pt>
    <dgm:pt modelId="{082D0131-7010-0240-960B-73B328B4432F}" type="pres">
      <dgm:prSet presAssocID="{C092258F-D7E3-9740-A747-E697F4E2AAEE}" presName="rootConnector" presStyleLbl="node4" presStyleIdx="10" presStyleCnt="23"/>
      <dgm:spPr/>
    </dgm:pt>
    <dgm:pt modelId="{48859659-69B3-B74A-A128-0B61B382B936}" type="pres">
      <dgm:prSet presAssocID="{C092258F-D7E3-9740-A747-E697F4E2AAEE}" presName="hierChild4" presStyleCnt="0"/>
      <dgm:spPr/>
    </dgm:pt>
    <dgm:pt modelId="{8EDC7691-FD5A-9146-87D3-FDE39F295A97}" type="pres">
      <dgm:prSet presAssocID="{C092258F-D7E3-9740-A747-E697F4E2AAEE}" presName="hierChild5" presStyleCnt="0"/>
      <dgm:spPr/>
    </dgm:pt>
    <dgm:pt modelId="{FB09C41D-281B-FF49-8AAE-D1D5E89DB713}" type="pres">
      <dgm:prSet presAssocID="{4984E784-8F7B-C448-87C6-A2CB2762CEE0}" presName="hierChild5" presStyleCnt="0"/>
      <dgm:spPr/>
    </dgm:pt>
    <dgm:pt modelId="{3781E50C-778B-5D4E-AB82-07F0B4638562}" type="pres">
      <dgm:prSet presAssocID="{15F80D4D-D9FD-E947-BF12-6AE0162228DC}" presName="hierChild5" presStyleCnt="0"/>
      <dgm:spPr/>
    </dgm:pt>
    <dgm:pt modelId="{2E41E382-3E62-764E-B1EB-AE1647ED195C}" type="pres">
      <dgm:prSet presAssocID="{DA3D8EEE-8FDA-0B45-B634-42027EAEE910}" presName="hierChild5" presStyleCnt="0"/>
      <dgm:spPr/>
    </dgm:pt>
    <dgm:pt modelId="{CCE0E6E9-0E5D-C24C-9236-7F9E7AA067CB}" type="pres">
      <dgm:prSet presAssocID="{6F89BF38-A84E-864D-A42F-F8B46FE41950}" presName="hierChild5" presStyleCnt="0"/>
      <dgm:spPr/>
    </dgm:pt>
    <dgm:pt modelId="{95A1A6F3-8DB4-8841-8AC8-6FCEE7D7386D}" type="pres">
      <dgm:prSet presAssocID="{BF05AC21-1E10-E443-B978-B6463B56FDC0}" presName="hierChild5" presStyleCnt="0"/>
      <dgm:spPr/>
    </dgm:pt>
    <dgm:pt modelId="{FD0D9FDB-ABBC-BC4E-85F2-0C047BABA496}" type="pres">
      <dgm:prSet presAssocID="{1006675C-968C-9340-AA97-354429081AFC}" presName="Name37" presStyleLbl="parChTrans1D4" presStyleIdx="11" presStyleCnt="23"/>
      <dgm:spPr/>
    </dgm:pt>
    <dgm:pt modelId="{30740223-C0DA-1442-989A-D97814BFF96E}" type="pres">
      <dgm:prSet presAssocID="{91AE1CCE-8702-2448-8202-327373E010CB}" presName="hierRoot2" presStyleCnt="0">
        <dgm:presLayoutVars>
          <dgm:hierBranch val="init"/>
        </dgm:presLayoutVars>
      </dgm:prSet>
      <dgm:spPr/>
    </dgm:pt>
    <dgm:pt modelId="{B54357C5-5D96-B94C-8485-474AF2D9BB97}" type="pres">
      <dgm:prSet presAssocID="{91AE1CCE-8702-2448-8202-327373E010CB}" presName="rootComposite" presStyleCnt="0"/>
      <dgm:spPr/>
    </dgm:pt>
    <dgm:pt modelId="{9EF9B02D-DF4F-FE4B-A317-D93D4581F5DD}" type="pres">
      <dgm:prSet presAssocID="{91AE1CCE-8702-2448-8202-327373E010CB}" presName="rootText" presStyleLbl="node4" presStyleIdx="11" presStyleCnt="23" custLinFactX="-40977" custLinFactNeighborX="-100000" custLinFactNeighborY="6212">
        <dgm:presLayoutVars>
          <dgm:chPref val="3"/>
        </dgm:presLayoutVars>
      </dgm:prSet>
      <dgm:spPr/>
    </dgm:pt>
    <dgm:pt modelId="{A1F2AF92-E7A6-0342-86A2-8A7A0F5DCEFE}" type="pres">
      <dgm:prSet presAssocID="{91AE1CCE-8702-2448-8202-327373E010CB}" presName="rootConnector" presStyleLbl="node4" presStyleIdx="11" presStyleCnt="23"/>
      <dgm:spPr/>
    </dgm:pt>
    <dgm:pt modelId="{8E0061CF-C95E-EB42-927A-DA62A60EC04A}" type="pres">
      <dgm:prSet presAssocID="{91AE1CCE-8702-2448-8202-327373E010CB}" presName="hierChild4" presStyleCnt="0"/>
      <dgm:spPr/>
    </dgm:pt>
    <dgm:pt modelId="{B107A14B-4BDC-424C-B93A-32A74608922E}" type="pres">
      <dgm:prSet presAssocID="{99782A77-1037-A445-82A5-DDC24313C333}" presName="Name37" presStyleLbl="parChTrans1D4" presStyleIdx="12" presStyleCnt="23"/>
      <dgm:spPr/>
    </dgm:pt>
    <dgm:pt modelId="{3EA20CFE-AFB1-8044-B56F-D7DB3D26A08D}" type="pres">
      <dgm:prSet presAssocID="{57FB0DD8-CA81-A947-ABE5-7F05AE7AA2AF}" presName="hierRoot2" presStyleCnt="0">
        <dgm:presLayoutVars>
          <dgm:hierBranch val="init"/>
        </dgm:presLayoutVars>
      </dgm:prSet>
      <dgm:spPr/>
    </dgm:pt>
    <dgm:pt modelId="{010BCCCA-8217-8F42-A35B-C9AA0BBF52FF}" type="pres">
      <dgm:prSet presAssocID="{57FB0DD8-CA81-A947-ABE5-7F05AE7AA2AF}" presName="rootComposite" presStyleCnt="0"/>
      <dgm:spPr/>
    </dgm:pt>
    <dgm:pt modelId="{D55E269D-B4C0-3F45-A93B-177535A1B8C1}" type="pres">
      <dgm:prSet presAssocID="{57FB0DD8-CA81-A947-ABE5-7F05AE7AA2AF}" presName="rootText" presStyleLbl="node4" presStyleIdx="12" presStyleCnt="23" custScaleX="133383" custLinFactX="-40977" custLinFactNeighborX="-100000" custLinFactNeighborY="6212">
        <dgm:presLayoutVars>
          <dgm:chPref val="3"/>
        </dgm:presLayoutVars>
      </dgm:prSet>
      <dgm:spPr/>
    </dgm:pt>
    <dgm:pt modelId="{8646DED7-BCDB-D94E-81C4-D531B7C82F40}" type="pres">
      <dgm:prSet presAssocID="{57FB0DD8-CA81-A947-ABE5-7F05AE7AA2AF}" presName="rootConnector" presStyleLbl="node4" presStyleIdx="12" presStyleCnt="23"/>
      <dgm:spPr/>
    </dgm:pt>
    <dgm:pt modelId="{40F27BA6-74B5-E143-B5C6-1CAC9C29E2BE}" type="pres">
      <dgm:prSet presAssocID="{57FB0DD8-CA81-A947-ABE5-7F05AE7AA2AF}" presName="hierChild4" presStyleCnt="0"/>
      <dgm:spPr/>
    </dgm:pt>
    <dgm:pt modelId="{0A9BB3C7-4C67-1949-B4BE-EA2602A580B8}" type="pres">
      <dgm:prSet presAssocID="{E95B1EBF-4997-C644-8FC7-551B4BD791EB}" presName="Name37" presStyleLbl="parChTrans1D4" presStyleIdx="13" presStyleCnt="23"/>
      <dgm:spPr/>
    </dgm:pt>
    <dgm:pt modelId="{34D89C0C-FF4F-7E4C-9633-616825C3B6C5}" type="pres">
      <dgm:prSet presAssocID="{D0DD5229-36DF-7949-B44A-FE9089C91D4F}" presName="hierRoot2" presStyleCnt="0">
        <dgm:presLayoutVars>
          <dgm:hierBranch val="init"/>
        </dgm:presLayoutVars>
      </dgm:prSet>
      <dgm:spPr/>
    </dgm:pt>
    <dgm:pt modelId="{12B490D0-4E56-2C49-A1B7-184A049CBF08}" type="pres">
      <dgm:prSet presAssocID="{D0DD5229-36DF-7949-B44A-FE9089C91D4F}" presName="rootComposite" presStyleCnt="0"/>
      <dgm:spPr/>
    </dgm:pt>
    <dgm:pt modelId="{00AE9B91-0C5D-3A4C-B346-78F629125E86}" type="pres">
      <dgm:prSet presAssocID="{D0DD5229-36DF-7949-B44A-FE9089C91D4F}" presName="rootText" presStyleLbl="node4" presStyleIdx="13" presStyleCnt="23" custScaleX="210240" custScaleY="225662" custLinFactX="-13729" custLinFactNeighborX="-100000" custLinFactNeighborY="8581">
        <dgm:presLayoutVars>
          <dgm:chPref val="3"/>
        </dgm:presLayoutVars>
      </dgm:prSet>
      <dgm:spPr/>
    </dgm:pt>
    <dgm:pt modelId="{DDB89DC2-8370-B140-8A6E-C135625DDA63}" type="pres">
      <dgm:prSet presAssocID="{D0DD5229-36DF-7949-B44A-FE9089C91D4F}" presName="rootConnector" presStyleLbl="node4" presStyleIdx="13" presStyleCnt="23"/>
      <dgm:spPr/>
    </dgm:pt>
    <dgm:pt modelId="{091BECA7-4C02-1B42-95AD-13EA92CF0507}" type="pres">
      <dgm:prSet presAssocID="{D0DD5229-36DF-7949-B44A-FE9089C91D4F}" presName="hierChild4" presStyleCnt="0"/>
      <dgm:spPr/>
    </dgm:pt>
    <dgm:pt modelId="{33FD426D-E771-5A42-AE82-86602A75E661}" type="pres">
      <dgm:prSet presAssocID="{D0DD5229-36DF-7949-B44A-FE9089C91D4F}" presName="hierChild5" presStyleCnt="0"/>
      <dgm:spPr/>
    </dgm:pt>
    <dgm:pt modelId="{8AA2CAE3-560A-054C-92BC-4F93A35F6902}" type="pres">
      <dgm:prSet presAssocID="{57FB0DD8-CA81-A947-ABE5-7F05AE7AA2AF}" presName="hierChild5" presStyleCnt="0"/>
      <dgm:spPr/>
    </dgm:pt>
    <dgm:pt modelId="{E3C5709F-505A-9C4F-A00E-309C04FBD2C4}" type="pres">
      <dgm:prSet presAssocID="{91AE1CCE-8702-2448-8202-327373E010CB}" presName="hierChild5" presStyleCnt="0"/>
      <dgm:spPr/>
    </dgm:pt>
    <dgm:pt modelId="{2E031949-AE1F-8741-A8D0-4686B91A1CA5}" type="pres">
      <dgm:prSet presAssocID="{00ADF8C4-0657-8F4F-AA79-60381ACB1CE5}" presName="hierChild5" presStyleCnt="0"/>
      <dgm:spPr/>
    </dgm:pt>
    <dgm:pt modelId="{6EC6539B-53D6-B74E-85EE-B09D6543D857}" type="pres">
      <dgm:prSet presAssocID="{6036B2F9-A6D1-B046-9060-AE1281FAA854}" presName="hierChild5" presStyleCnt="0"/>
      <dgm:spPr/>
    </dgm:pt>
    <dgm:pt modelId="{57E2E5B2-BBC6-A747-9536-B1E16FFD5464}" type="pres">
      <dgm:prSet presAssocID="{A7950949-8F8E-D54D-9E8F-588524F414AD}" presName="hierChild5" presStyleCnt="0"/>
      <dgm:spPr/>
    </dgm:pt>
    <dgm:pt modelId="{0BE49338-4E31-7841-A977-2966EB3FE35D}" type="pres">
      <dgm:prSet presAssocID="{D2612B32-9386-1B4E-9CB9-877831004544}" presName="Name37" presStyleLbl="parChTrans1D2" presStyleIdx="1" presStyleCnt="2"/>
      <dgm:spPr/>
    </dgm:pt>
    <dgm:pt modelId="{FD2C89AA-DEEF-B148-A3EA-93D6D5D76C02}" type="pres">
      <dgm:prSet presAssocID="{F20F39C0-4569-DB4C-A37E-B1357CD4CB96}" presName="hierRoot2" presStyleCnt="0">
        <dgm:presLayoutVars>
          <dgm:hierBranch val="init"/>
        </dgm:presLayoutVars>
      </dgm:prSet>
      <dgm:spPr/>
    </dgm:pt>
    <dgm:pt modelId="{5AD928D6-AFFB-C142-9014-7EFE15269C60}" type="pres">
      <dgm:prSet presAssocID="{F20F39C0-4569-DB4C-A37E-B1357CD4CB96}" presName="rootComposite" presStyleCnt="0"/>
      <dgm:spPr/>
    </dgm:pt>
    <dgm:pt modelId="{48497C4A-B4EC-3F41-A47A-31E293546422}" type="pres">
      <dgm:prSet presAssocID="{F20F39C0-4569-DB4C-A37E-B1357CD4CB96}" presName="rootText" presStyleLbl="node2" presStyleIdx="1" presStyleCnt="2" custLinFactX="8991" custLinFactNeighborX="100000" custLinFactNeighborY="6212">
        <dgm:presLayoutVars>
          <dgm:chPref val="3"/>
        </dgm:presLayoutVars>
      </dgm:prSet>
      <dgm:spPr/>
    </dgm:pt>
    <dgm:pt modelId="{9525AC9F-A297-C74A-8316-0D6141FFB989}" type="pres">
      <dgm:prSet presAssocID="{F20F39C0-4569-DB4C-A37E-B1357CD4CB96}" presName="rootConnector" presStyleLbl="node2" presStyleIdx="1" presStyleCnt="2"/>
      <dgm:spPr/>
    </dgm:pt>
    <dgm:pt modelId="{C8BB7C00-D21D-0B44-AC94-86390B30BC1D}" type="pres">
      <dgm:prSet presAssocID="{F20F39C0-4569-DB4C-A37E-B1357CD4CB96}" presName="hierChild4" presStyleCnt="0"/>
      <dgm:spPr/>
    </dgm:pt>
    <dgm:pt modelId="{6F7C17BA-274C-B847-A4FE-6D37E1E977EC}" type="pres">
      <dgm:prSet presAssocID="{FD613AA9-5395-8D4E-B33B-C5FCDC4925B4}" presName="Name37" presStyleLbl="parChTrans1D3" presStyleIdx="1" presStyleCnt="2"/>
      <dgm:spPr/>
    </dgm:pt>
    <dgm:pt modelId="{16B6B960-314D-DA4B-82AD-6E121CB4D706}" type="pres">
      <dgm:prSet presAssocID="{5E9BA281-2FDA-6545-8F85-D6E694685912}" presName="hierRoot2" presStyleCnt="0">
        <dgm:presLayoutVars>
          <dgm:hierBranch val="init"/>
        </dgm:presLayoutVars>
      </dgm:prSet>
      <dgm:spPr/>
    </dgm:pt>
    <dgm:pt modelId="{A57E753A-2C50-894D-840A-A16C27E2C3F1}" type="pres">
      <dgm:prSet presAssocID="{5E9BA281-2FDA-6545-8F85-D6E694685912}" presName="rootComposite" presStyleCnt="0"/>
      <dgm:spPr/>
    </dgm:pt>
    <dgm:pt modelId="{0F143A57-0A14-3547-A346-8DBC4163ADC4}" type="pres">
      <dgm:prSet presAssocID="{5E9BA281-2FDA-6545-8F85-D6E694685912}" presName="rootText" presStyleLbl="node3" presStyleIdx="1" presStyleCnt="2" custScaleX="123993" custLinFactX="8991" custLinFactNeighborX="100000" custLinFactNeighborY="6212">
        <dgm:presLayoutVars>
          <dgm:chPref val="3"/>
        </dgm:presLayoutVars>
      </dgm:prSet>
      <dgm:spPr/>
    </dgm:pt>
    <dgm:pt modelId="{421C4F86-8BB5-AF45-9C98-0832D52FEC30}" type="pres">
      <dgm:prSet presAssocID="{5E9BA281-2FDA-6545-8F85-D6E694685912}" presName="rootConnector" presStyleLbl="node3" presStyleIdx="1" presStyleCnt="2"/>
      <dgm:spPr/>
    </dgm:pt>
    <dgm:pt modelId="{B0F57CA3-FD91-1742-ADE6-80B0CA2F360C}" type="pres">
      <dgm:prSet presAssocID="{5E9BA281-2FDA-6545-8F85-D6E694685912}" presName="hierChild4" presStyleCnt="0"/>
      <dgm:spPr/>
    </dgm:pt>
    <dgm:pt modelId="{64DB311A-4A1F-3A47-8952-B8E944014770}" type="pres">
      <dgm:prSet presAssocID="{2F9F8AEB-6E9F-3748-8644-76E79AACABC0}" presName="Name37" presStyleLbl="parChTrans1D4" presStyleIdx="14" presStyleCnt="23"/>
      <dgm:spPr/>
    </dgm:pt>
    <dgm:pt modelId="{1648DD9F-D409-5449-BBF7-D7C096995784}" type="pres">
      <dgm:prSet presAssocID="{226EE965-4597-0441-8B0A-A1EE4D9C029C}" presName="hierRoot2" presStyleCnt="0">
        <dgm:presLayoutVars>
          <dgm:hierBranch val="init"/>
        </dgm:presLayoutVars>
      </dgm:prSet>
      <dgm:spPr/>
    </dgm:pt>
    <dgm:pt modelId="{C312093C-4EEC-3B4E-BE5C-EF3F26F3F7AB}" type="pres">
      <dgm:prSet presAssocID="{226EE965-4597-0441-8B0A-A1EE4D9C029C}" presName="rootComposite" presStyleCnt="0"/>
      <dgm:spPr/>
    </dgm:pt>
    <dgm:pt modelId="{C9E9F3CC-11F9-DB4B-B922-E71A4B297212}" type="pres">
      <dgm:prSet presAssocID="{226EE965-4597-0441-8B0A-A1EE4D9C029C}" presName="rootText" presStyleLbl="node4" presStyleIdx="14" presStyleCnt="23" custLinFactX="8991" custLinFactNeighborX="100000" custLinFactNeighborY="6212">
        <dgm:presLayoutVars>
          <dgm:chPref val="3"/>
        </dgm:presLayoutVars>
      </dgm:prSet>
      <dgm:spPr/>
    </dgm:pt>
    <dgm:pt modelId="{5BCFC623-90DD-3241-BB0E-FF4286C4B2BA}" type="pres">
      <dgm:prSet presAssocID="{226EE965-4597-0441-8B0A-A1EE4D9C029C}" presName="rootConnector" presStyleLbl="node4" presStyleIdx="14" presStyleCnt="23"/>
      <dgm:spPr/>
    </dgm:pt>
    <dgm:pt modelId="{FEBD59AC-C5BB-0A4D-8623-3DB63A8E6F17}" type="pres">
      <dgm:prSet presAssocID="{226EE965-4597-0441-8B0A-A1EE4D9C029C}" presName="hierChild4" presStyleCnt="0"/>
      <dgm:spPr/>
    </dgm:pt>
    <dgm:pt modelId="{FACDF4A6-593E-EB41-ABD4-65D70C55C1A4}" type="pres">
      <dgm:prSet presAssocID="{DB79DD3A-F66B-854F-B905-B48BC2D0CC94}" presName="Name37" presStyleLbl="parChTrans1D4" presStyleIdx="15" presStyleCnt="23"/>
      <dgm:spPr/>
    </dgm:pt>
    <dgm:pt modelId="{E40861A5-C443-E748-B506-ABAD417FCE05}" type="pres">
      <dgm:prSet presAssocID="{0474637A-FC03-3046-9726-263AC3A63846}" presName="hierRoot2" presStyleCnt="0">
        <dgm:presLayoutVars>
          <dgm:hierBranch val="init"/>
        </dgm:presLayoutVars>
      </dgm:prSet>
      <dgm:spPr/>
    </dgm:pt>
    <dgm:pt modelId="{0EB11348-E6AD-DA48-9399-39422AA23EDD}" type="pres">
      <dgm:prSet presAssocID="{0474637A-FC03-3046-9726-263AC3A63846}" presName="rootComposite" presStyleCnt="0"/>
      <dgm:spPr/>
    </dgm:pt>
    <dgm:pt modelId="{FA16607D-1B81-9A48-B667-DA01C8E4BD74}" type="pres">
      <dgm:prSet presAssocID="{0474637A-FC03-3046-9726-263AC3A63846}" presName="rootText" presStyleLbl="node4" presStyleIdx="15" presStyleCnt="23" custLinFactX="8991" custLinFactNeighborX="100000" custLinFactNeighborY="6212">
        <dgm:presLayoutVars>
          <dgm:chPref val="3"/>
        </dgm:presLayoutVars>
      </dgm:prSet>
      <dgm:spPr/>
    </dgm:pt>
    <dgm:pt modelId="{16E4C15E-42C1-FC4D-9E4C-05A514DE8F32}" type="pres">
      <dgm:prSet presAssocID="{0474637A-FC03-3046-9726-263AC3A63846}" presName="rootConnector" presStyleLbl="node4" presStyleIdx="15" presStyleCnt="23"/>
      <dgm:spPr/>
    </dgm:pt>
    <dgm:pt modelId="{28729C0C-9E09-9E45-A8BA-56F1AEAACF89}" type="pres">
      <dgm:prSet presAssocID="{0474637A-FC03-3046-9726-263AC3A63846}" presName="hierChild4" presStyleCnt="0"/>
      <dgm:spPr/>
    </dgm:pt>
    <dgm:pt modelId="{46B63B86-DFF5-994C-AA45-21E019DDB9A3}" type="pres">
      <dgm:prSet presAssocID="{189FBA1A-E3DA-3E4B-B5F3-4C3C4B577F2F}" presName="Name37" presStyleLbl="parChTrans1D4" presStyleIdx="16" presStyleCnt="23"/>
      <dgm:spPr/>
    </dgm:pt>
    <dgm:pt modelId="{71209CF5-37D5-6C4E-BF45-C34342801A47}" type="pres">
      <dgm:prSet presAssocID="{B907C8EA-0A5C-114B-A2C0-A5B02996F085}" presName="hierRoot2" presStyleCnt="0">
        <dgm:presLayoutVars>
          <dgm:hierBranch val="init"/>
        </dgm:presLayoutVars>
      </dgm:prSet>
      <dgm:spPr/>
    </dgm:pt>
    <dgm:pt modelId="{6ABD4850-5CD1-8247-867B-1A042F037427}" type="pres">
      <dgm:prSet presAssocID="{B907C8EA-0A5C-114B-A2C0-A5B02996F085}" presName="rootComposite" presStyleCnt="0"/>
      <dgm:spPr/>
    </dgm:pt>
    <dgm:pt modelId="{4E814A77-EAB9-A847-92F8-CFFC55E43EE7}" type="pres">
      <dgm:prSet presAssocID="{B907C8EA-0A5C-114B-A2C0-A5B02996F085}" presName="rootText" presStyleLbl="node4" presStyleIdx="16" presStyleCnt="23" custScaleX="120797" custLinFactX="8991" custLinFactNeighborX="100000" custLinFactNeighborY="6212">
        <dgm:presLayoutVars>
          <dgm:chPref val="3"/>
        </dgm:presLayoutVars>
      </dgm:prSet>
      <dgm:spPr/>
    </dgm:pt>
    <dgm:pt modelId="{4BEF697F-8783-6A4A-B678-1A624F5A49F5}" type="pres">
      <dgm:prSet presAssocID="{B907C8EA-0A5C-114B-A2C0-A5B02996F085}" presName="rootConnector" presStyleLbl="node4" presStyleIdx="16" presStyleCnt="23"/>
      <dgm:spPr/>
    </dgm:pt>
    <dgm:pt modelId="{33489D80-AC73-8141-B943-9625947A0518}" type="pres">
      <dgm:prSet presAssocID="{B907C8EA-0A5C-114B-A2C0-A5B02996F085}" presName="hierChild4" presStyleCnt="0"/>
      <dgm:spPr/>
    </dgm:pt>
    <dgm:pt modelId="{E5FF68D6-D361-BB45-9C94-417F6555FE12}" type="pres">
      <dgm:prSet presAssocID="{AF74A536-C373-944E-952B-1236FBE6E38D}" presName="Name37" presStyleLbl="parChTrans1D4" presStyleIdx="17" presStyleCnt="23"/>
      <dgm:spPr/>
    </dgm:pt>
    <dgm:pt modelId="{5B3C313D-E4B4-7D41-ADC1-6DE4829B51AD}" type="pres">
      <dgm:prSet presAssocID="{594AD9F1-12AA-1444-9B6D-153F781B6472}" presName="hierRoot2" presStyleCnt="0">
        <dgm:presLayoutVars>
          <dgm:hierBranch val="init"/>
        </dgm:presLayoutVars>
      </dgm:prSet>
      <dgm:spPr/>
    </dgm:pt>
    <dgm:pt modelId="{4FB5801D-8114-0141-B6EC-6E57D93A7793}" type="pres">
      <dgm:prSet presAssocID="{594AD9F1-12AA-1444-9B6D-153F781B6472}" presName="rootComposite" presStyleCnt="0"/>
      <dgm:spPr/>
    </dgm:pt>
    <dgm:pt modelId="{0C04164C-DA43-744B-9640-71A33DCBC2AB}" type="pres">
      <dgm:prSet presAssocID="{594AD9F1-12AA-1444-9B6D-153F781B6472}" presName="rootText" presStyleLbl="node4" presStyleIdx="17" presStyleCnt="23" custScaleX="154110" custScaleY="133342" custLinFactX="8991" custLinFactNeighborX="100000" custLinFactNeighborY="6212">
        <dgm:presLayoutVars>
          <dgm:chPref val="3"/>
        </dgm:presLayoutVars>
      </dgm:prSet>
      <dgm:spPr/>
    </dgm:pt>
    <dgm:pt modelId="{1A7AEBFB-F9AA-2244-8CFB-C3729709753C}" type="pres">
      <dgm:prSet presAssocID="{594AD9F1-12AA-1444-9B6D-153F781B6472}" presName="rootConnector" presStyleLbl="node4" presStyleIdx="17" presStyleCnt="23"/>
      <dgm:spPr/>
    </dgm:pt>
    <dgm:pt modelId="{B0899A4B-E00F-F747-92D8-947555D4CE66}" type="pres">
      <dgm:prSet presAssocID="{594AD9F1-12AA-1444-9B6D-153F781B6472}" presName="hierChild4" presStyleCnt="0"/>
      <dgm:spPr/>
    </dgm:pt>
    <dgm:pt modelId="{2A3C4478-A825-D846-B186-9C5091AA7FBD}" type="pres">
      <dgm:prSet presAssocID="{594AD9F1-12AA-1444-9B6D-153F781B6472}" presName="hierChild5" presStyleCnt="0"/>
      <dgm:spPr/>
    </dgm:pt>
    <dgm:pt modelId="{A3685872-1F86-0648-B05E-8C09DD7B1FF7}" type="pres">
      <dgm:prSet presAssocID="{B907C8EA-0A5C-114B-A2C0-A5B02996F085}" presName="hierChild5" presStyleCnt="0"/>
      <dgm:spPr/>
    </dgm:pt>
    <dgm:pt modelId="{7BA62E8D-FBF8-2B4A-B3C6-DF8234F09B66}" type="pres">
      <dgm:prSet presAssocID="{0474637A-FC03-3046-9726-263AC3A63846}" presName="hierChild5" presStyleCnt="0"/>
      <dgm:spPr/>
    </dgm:pt>
    <dgm:pt modelId="{1AF8D188-820C-DF45-BAED-301DB32A9913}" type="pres">
      <dgm:prSet presAssocID="{826FA348-FABE-E840-8B44-ADEC15CE1044}" presName="Name37" presStyleLbl="parChTrans1D4" presStyleIdx="18" presStyleCnt="23"/>
      <dgm:spPr/>
    </dgm:pt>
    <dgm:pt modelId="{B93DE363-0BBE-E64B-B27F-DCBAE4345DCE}" type="pres">
      <dgm:prSet presAssocID="{982C0F5B-A17F-3B4B-AE34-5EC559BCF3E3}" presName="hierRoot2" presStyleCnt="0">
        <dgm:presLayoutVars>
          <dgm:hierBranch val="init"/>
        </dgm:presLayoutVars>
      </dgm:prSet>
      <dgm:spPr/>
    </dgm:pt>
    <dgm:pt modelId="{DC0202DA-5B01-754D-B31F-DBFD4E1A8BCD}" type="pres">
      <dgm:prSet presAssocID="{982C0F5B-A17F-3B4B-AE34-5EC559BCF3E3}" presName="rootComposite" presStyleCnt="0"/>
      <dgm:spPr/>
    </dgm:pt>
    <dgm:pt modelId="{0A71A78D-E909-BF41-8219-838C2C89FCC2}" type="pres">
      <dgm:prSet presAssocID="{982C0F5B-A17F-3B4B-AE34-5EC559BCF3E3}" presName="rootText" presStyleLbl="node4" presStyleIdx="18" presStyleCnt="23" custLinFactX="8991" custLinFactNeighborX="100000" custLinFactNeighborY="6212">
        <dgm:presLayoutVars>
          <dgm:chPref val="3"/>
        </dgm:presLayoutVars>
      </dgm:prSet>
      <dgm:spPr/>
    </dgm:pt>
    <dgm:pt modelId="{5F7A0881-09A2-E344-9C19-65F0F5D88106}" type="pres">
      <dgm:prSet presAssocID="{982C0F5B-A17F-3B4B-AE34-5EC559BCF3E3}" presName="rootConnector" presStyleLbl="node4" presStyleIdx="18" presStyleCnt="23"/>
      <dgm:spPr/>
    </dgm:pt>
    <dgm:pt modelId="{67731AD8-5E30-5B43-9901-039C5D02250C}" type="pres">
      <dgm:prSet presAssocID="{982C0F5B-A17F-3B4B-AE34-5EC559BCF3E3}" presName="hierChild4" presStyleCnt="0"/>
      <dgm:spPr/>
    </dgm:pt>
    <dgm:pt modelId="{1019AFF4-D8C8-CE45-BA36-9F2C41E4F8E7}" type="pres">
      <dgm:prSet presAssocID="{124855D8-38DC-8D40-BC48-1FA073238DE5}" presName="Name37" presStyleLbl="parChTrans1D4" presStyleIdx="19" presStyleCnt="23"/>
      <dgm:spPr/>
    </dgm:pt>
    <dgm:pt modelId="{FD53DF85-A88A-8947-9AB7-981CB379F69C}" type="pres">
      <dgm:prSet presAssocID="{71CC9448-09A8-054D-A42A-35E526B35E89}" presName="hierRoot2" presStyleCnt="0">
        <dgm:presLayoutVars>
          <dgm:hierBranch val="init"/>
        </dgm:presLayoutVars>
      </dgm:prSet>
      <dgm:spPr/>
    </dgm:pt>
    <dgm:pt modelId="{6F68CA92-7BC7-2E46-A5A2-D2B16505CA3A}" type="pres">
      <dgm:prSet presAssocID="{71CC9448-09A8-054D-A42A-35E526B35E89}" presName="rootComposite" presStyleCnt="0"/>
      <dgm:spPr/>
    </dgm:pt>
    <dgm:pt modelId="{69B241A1-06BE-4B49-9D38-40A9F75BD9C5}" type="pres">
      <dgm:prSet presAssocID="{71CC9448-09A8-054D-A42A-35E526B35E89}" presName="rootText" presStyleLbl="node4" presStyleIdx="19" presStyleCnt="23" custScaleX="116476" custLinFactX="8991" custLinFactNeighborX="100000" custLinFactNeighborY="6212">
        <dgm:presLayoutVars>
          <dgm:chPref val="3"/>
        </dgm:presLayoutVars>
      </dgm:prSet>
      <dgm:spPr/>
    </dgm:pt>
    <dgm:pt modelId="{704254D2-7645-D549-BBBC-D69B3023A3C2}" type="pres">
      <dgm:prSet presAssocID="{71CC9448-09A8-054D-A42A-35E526B35E89}" presName="rootConnector" presStyleLbl="node4" presStyleIdx="19" presStyleCnt="23"/>
      <dgm:spPr/>
    </dgm:pt>
    <dgm:pt modelId="{EBB309F9-EA3D-644E-8A70-0D71DB62273F}" type="pres">
      <dgm:prSet presAssocID="{71CC9448-09A8-054D-A42A-35E526B35E89}" presName="hierChild4" presStyleCnt="0"/>
      <dgm:spPr/>
    </dgm:pt>
    <dgm:pt modelId="{107105A4-83F5-184D-85CE-7DD08E12A0D5}" type="pres">
      <dgm:prSet presAssocID="{D27532DD-8F92-9041-AFC0-8C4FD996BE87}" presName="Name37" presStyleLbl="parChTrans1D4" presStyleIdx="20" presStyleCnt="23"/>
      <dgm:spPr/>
    </dgm:pt>
    <dgm:pt modelId="{0DAA93D2-4CEF-8D4C-9298-3C4DAB774D77}" type="pres">
      <dgm:prSet presAssocID="{4099D19D-BF2C-A548-9E93-84504D2B464E}" presName="hierRoot2" presStyleCnt="0">
        <dgm:presLayoutVars>
          <dgm:hierBranch val="init"/>
        </dgm:presLayoutVars>
      </dgm:prSet>
      <dgm:spPr/>
    </dgm:pt>
    <dgm:pt modelId="{4096EE36-32B4-8744-B1B2-F2AD2FE23085}" type="pres">
      <dgm:prSet presAssocID="{4099D19D-BF2C-A548-9E93-84504D2B464E}" presName="rootComposite" presStyleCnt="0"/>
      <dgm:spPr/>
    </dgm:pt>
    <dgm:pt modelId="{8812CDD5-0B45-EC4F-9173-20421C1F359F}" type="pres">
      <dgm:prSet presAssocID="{4099D19D-BF2C-A548-9E93-84504D2B464E}" presName="rootText" presStyleLbl="node4" presStyleIdx="20" presStyleCnt="23" custLinFactX="8991" custLinFactNeighborX="100000" custLinFactNeighborY="6212">
        <dgm:presLayoutVars>
          <dgm:chPref val="3"/>
        </dgm:presLayoutVars>
      </dgm:prSet>
      <dgm:spPr/>
    </dgm:pt>
    <dgm:pt modelId="{210D1520-A765-124D-AFB6-F541A450A584}" type="pres">
      <dgm:prSet presAssocID="{4099D19D-BF2C-A548-9E93-84504D2B464E}" presName="rootConnector" presStyleLbl="node4" presStyleIdx="20" presStyleCnt="23"/>
      <dgm:spPr/>
    </dgm:pt>
    <dgm:pt modelId="{D9E0DC90-4CF0-784F-A349-37ECFBE1519A}" type="pres">
      <dgm:prSet presAssocID="{4099D19D-BF2C-A548-9E93-84504D2B464E}" presName="hierChild4" presStyleCnt="0"/>
      <dgm:spPr/>
    </dgm:pt>
    <dgm:pt modelId="{D5244B91-B595-6843-BF3A-124DB5436E20}" type="pres">
      <dgm:prSet presAssocID="{3BFEAD3D-DF26-8742-B528-3D166A297EB6}" presName="Name37" presStyleLbl="parChTrans1D4" presStyleIdx="21" presStyleCnt="23"/>
      <dgm:spPr/>
    </dgm:pt>
    <dgm:pt modelId="{711E77D7-446C-AD41-AE0B-21F8C06B2648}" type="pres">
      <dgm:prSet presAssocID="{91E613D6-93C6-D343-992E-3A17EBDFB011}" presName="hierRoot2" presStyleCnt="0">
        <dgm:presLayoutVars>
          <dgm:hierBranch val="init"/>
        </dgm:presLayoutVars>
      </dgm:prSet>
      <dgm:spPr/>
    </dgm:pt>
    <dgm:pt modelId="{6BE6D3FA-FBDB-D445-B0B5-D80F7112FF28}" type="pres">
      <dgm:prSet presAssocID="{91E613D6-93C6-D343-992E-3A17EBDFB011}" presName="rootComposite" presStyleCnt="0"/>
      <dgm:spPr/>
    </dgm:pt>
    <dgm:pt modelId="{FA81F937-48A2-7144-9438-CF9267137C70}" type="pres">
      <dgm:prSet presAssocID="{91E613D6-93C6-D343-992E-3A17EBDFB011}" presName="rootText" presStyleLbl="node4" presStyleIdx="21" presStyleCnt="23" custScaleX="276726" custScaleY="168435" custLinFactX="8991" custLinFactNeighborX="100000" custLinFactNeighborY="6212">
        <dgm:presLayoutVars>
          <dgm:chPref val="3"/>
        </dgm:presLayoutVars>
      </dgm:prSet>
      <dgm:spPr/>
    </dgm:pt>
    <dgm:pt modelId="{CE9483A1-8A76-C24D-82C5-E424B52FC0A3}" type="pres">
      <dgm:prSet presAssocID="{91E613D6-93C6-D343-992E-3A17EBDFB011}" presName="rootConnector" presStyleLbl="node4" presStyleIdx="21" presStyleCnt="23"/>
      <dgm:spPr/>
    </dgm:pt>
    <dgm:pt modelId="{98636B85-EF71-4C41-A296-470D92C3EA78}" type="pres">
      <dgm:prSet presAssocID="{91E613D6-93C6-D343-992E-3A17EBDFB011}" presName="hierChild4" presStyleCnt="0"/>
      <dgm:spPr/>
    </dgm:pt>
    <dgm:pt modelId="{CBE839AE-48F4-8F41-BC40-52E6A8F34C3F}" type="pres">
      <dgm:prSet presAssocID="{91E613D6-93C6-D343-992E-3A17EBDFB011}" presName="hierChild5" presStyleCnt="0"/>
      <dgm:spPr/>
    </dgm:pt>
    <dgm:pt modelId="{40C95581-10E7-E04A-BE76-EB7B756835C4}" type="pres">
      <dgm:prSet presAssocID="{4FFBB9B2-F4A2-FC48-AA97-0BB5254D1AC2}" presName="Name37" presStyleLbl="parChTrans1D4" presStyleIdx="22" presStyleCnt="23"/>
      <dgm:spPr/>
    </dgm:pt>
    <dgm:pt modelId="{A082AE60-9C1E-164F-B73D-5D04DEC9D56E}" type="pres">
      <dgm:prSet presAssocID="{5774C2A8-5092-5542-AEB0-68D0D32AB57C}" presName="hierRoot2" presStyleCnt="0">
        <dgm:presLayoutVars>
          <dgm:hierBranch val="init"/>
        </dgm:presLayoutVars>
      </dgm:prSet>
      <dgm:spPr/>
    </dgm:pt>
    <dgm:pt modelId="{6FA03E2B-AA28-804D-8DAC-ABB8D9AD6488}" type="pres">
      <dgm:prSet presAssocID="{5774C2A8-5092-5542-AEB0-68D0D32AB57C}" presName="rootComposite" presStyleCnt="0"/>
      <dgm:spPr/>
    </dgm:pt>
    <dgm:pt modelId="{81052660-A12F-A048-B90B-4C6628FADFEA}" type="pres">
      <dgm:prSet presAssocID="{5774C2A8-5092-5542-AEB0-68D0D32AB57C}" presName="rootText" presStyleLbl="node4" presStyleIdx="22" presStyleCnt="23" custScaleX="276726" custScaleY="192266" custLinFactX="8991" custLinFactNeighborX="100000" custLinFactNeighborY="237">
        <dgm:presLayoutVars>
          <dgm:chPref val="3"/>
        </dgm:presLayoutVars>
      </dgm:prSet>
      <dgm:spPr/>
    </dgm:pt>
    <dgm:pt modelId="{51A9397C-76AD-6B4D-A9E5-4E200AE11131}" type="pres">
      <dgm:prSet presAssocID="{5774C2A8-5092-5542-AEB0-68D0D32AB57C}" presName="rootConnector" presStyleLbl="node4" presStyleIdx="22" presStyleCnt="23"/>
      <dgm:spPr/>
    </dgm:pt>
    <dgm:pt modelId="{987104E8-A26C-2F45-8A24-38338EA88DC6}" type="pres">
      <dgm:prSet presAssocID="{5774C2A8-5092-5542-AEB0-68D0D32AB57C}" presName="hierChild4" presStyleCnt="0"/>
      <dgm:spPr/>
    </dgm:pt>
    <dgm:pt modelId="{4987C110-C681-C748-A0A7-29E8133EB2F1}" type="pres">
      <dgm:prSet presAssocID="{5774C2A8-5092-5542-AEB0-68D0D32AB57C}" presName="hierChild5" presStyleCnt="0"/>
      <dgm:spPr/>
    </dgm:pt>
    <dgm:pt modelId="{E963B9E4-21D9-5A4C-9552-269D1F826E92}" type="pres">
      <dgm:prSet presAssocID="{4099D19D-BF2C-A548-9E93-84504D2B464E}" presName="hierChild5" presStyleCnt="0"/>
      <dgm:spPr/>
    </dgm:pt>
    <dgm:pt modelId="{25A27260-084F-B04D-A0F8-A4FAAF5CABA8}" type="pres">
      <dgm:prSet presAssocID="{71CC9448-09A8-054D-A42A-35E526B35E89}" presName="hierChild5" presStyleCnt="0"/>
      <dgm:spPr/>
    </dgm:pt>
    <dgm:pt modelId="{31F6FCAD-6FD5-B947-A03C-53912CE6FDA9}" type="pres">
      <dgm:prSet presAssocID="{982C0F5B-A17F-3B4B-AE34-5EC559BCF3E3}" presName="hierChild5" presStyleCnt="0"/>
      <dgm:spPr/>
    </dgm:pt>
    <dgm:pt modelId="{91B14471-9FBD-4A48-8414-A7092B47B2D5}" type="pres">
      <dgm:prSet presAssocID="{226EE965-4597-0441-8B0A-A1EE4D9C029C}" presName="hierChild5" presStyleCnt="0"/>
      <dgm:spPr/>
    </dgm:pt>
    <dgm:pt modelId="{010A70A3-7BE4-5E46-86D4-D83AAB340F60}" type="pres">
      <dgm:prSet presAssocID="{5E9BA281-2FDA-6545-8F85-D6E694685912}" presName="hierChild5" presStyleCnt="0"/>
      <dgm:spPr/>
    </dgm:pt>
    <dgm:pt modelId="{9A9BFE9C-50A9-B946-9D4A-D14CFC9A0EF7}" type="pres">
      <dgm:prSet presAssocID="{F20F39C0-4569-DB4C-A37E-B1357CD4CB96}" presName="hierChild5" presStyleCnt="0"/>
      <dgm:spPr/>
    </dgm:pt>
    <dgm:pt modelId="{FAD2F149-1766-7D43-9D56-C32AF7288DDB}" type="pres">
      <dgm:prSet presAssocID="{ECA7E29C-CA00-9642-A6C1-C1B06763A242}" presName="hierChild3" presStyleCnt="0"/>
      <dgm:spPr/>
    </dgm:pt>
  </dgm:ptLst>
  <dgm:cxnLst>
    <dgm:cxn modelId="{B8257100-34BD-CC4E-AE4B-49E241F65098}" type="presOf" srcId="{4099D19D-BF2C-A548-9E93-84504D2B464E}" destId="{8812CDD5-0B45-EC4F-9173-20421C1F359F}" srcOrd="0" destOrd="0" presId="urn:microsoft.com/office/officeart/2005/8/layout/orgChart1"/>
    <dgm:cxn modelId="{718FA900-D4BD-D546-A61C-E534B9C38A4D}" type="presOf" srcId="{4984E784-8F7B-C448-87C6-A2CB2762CEE0}" destId="{51F5E7FD-E89A-0A42-BB96-BC612B4DE5D8}" srcOrd="1" destOrd="0" presId="urn:microsoft.com/office/officeart/2005/8/layout/orgChart1"/>
    <dgm:cxn modelId="{E2632D01-C778-F54B-B0A0-EBDAE0B37851}" type="presOf" srcId="{1CA851FC-4408-2144-AFFC-05AACC9B6974}" destId="{02EF8CCE-7217-CB4D-B894-FA1BA2735161}" srcOrd="0" destOrd="0" presId="urn:microsoft.com/office/officeart/2005/8/layout/orgChart1"/>
    <dgm:cxn modelId="{CFF6B402-5D21-594A-9941-1A263C978D01}" type="presOf" srcId="{A7950949-8F8E-D54D-9E8F-588524F414AD}" destId="{23F8AEF7-E825-7441-A8AA-159E91F445E1}" srcOrd="1" destOrd="0" presId="urn:microsoft.com/office/officeart/2005/8/layout/orgChart1"/>
    <dgm:cxn modelId="{985DEB05-AD46-1342-A402-C38BBC5AF7FF}" type="presOf" srcId="{BF05AC21-1E10-E443-B978-B6463B56FDC0}" destId="{832A60A7-0EA1-8E4B-9987-00EB17CB2889}" srcOrd="1" destOrd="0" presId="urn:microsoft.com/office/officeart/2005/8/layout/orgChart1"/>
    <dgm:cxn modelId="{F883B907-D944-5949-A651-B2A7BCCDEB57}" type="presOf" srcId="{8AAB432A-D3E6-0049-9DFF-EF9401AAF0D7}" destId="{64A5FAE3-276B-824E-83AC-DA342364A8B0}" srcOrd="1" destOrd="0" presId="urn:microsoft.com/office/officeart/2005/8/layout/orgChart1"/>
    <dgm:cxn modelId="{5777FF08-F310-9745-A6FB-ECF4CE880A56}" type="presOf" srcId="{5E9BA281-2FDA-6545-8F85-D6E694685912}" destId="{0F143A57-0A14-3547-A346-8DBC4163ADC4}" srcOrd="0" destOrd="0" presId="urn:microsoft.com/office/officeart/2005/8/layout/orgChart1"/>
    <dgm:cxn modelId="{B0C5150B-42C5-574E-8521-81C1A6FC8D0D}" type="presOf" srcId="{6620DDDD-2256-4A4E-B0A6-CC8F7CEAA38B}" destId="{CD8A1912-062E-A946-932A-D82D02491C1E}" srcOrd="0" destOrd="0" presId="urn:microsoft.com/office/officeart/2005/8/layout/orgChart1"/>
    <dgm:cxn modelId="{E507090C-4297-E942-B55C-49C61505195E}" type="presOf" srcId="{F20F39C0-4569-DB4C-A37E-B1357CD4CB96}" destId="{9525AC9F-A297-C74A-8316-0D6141FFB989}" srcOrd="1" destOrd="0" presId="urn:microsoft.com/office/officeart/2005/8/layout/orgChart1"/>
    <dgm:cxn modelId="{2272680C-C0FF-0A48-8B56-6F46AC8DFAFA}" type="presOf" srcId="{A7534A1A-FEA3-B34A-AEED-79646F0832AF}" destId="{7EA60E6F-7C44-A745-9A52-B928D17F7BE5}" srcOrd="1" destOrd="0" presId="urn:microsoft.com/office/officeart/2005/8/layout/orgChart1"/>
    <dgm:cxn modelId="{2199F00F-40BC-8B46-A4C6-6EC7F287795B}" type="presOf" srcId="{C092258F-D7E3-9740-A747-E697F4E2AAEE}" destId="{E9EA505A-87F1-AC40-99F2-F33EB3A8750C}" srcOrd="0" destOrd="0" presId="urn:microsoft.com/office/officeart/2005/8/layout/orgChart1"/>
    <dgm:cxn modelId="{5B713513-29BB-D547-B841-7008ABE30618}" srcId="{4099D19D-BF2C-A548-9E93-84504D2B464E}" destId="{5774C2A8-5092-5542-AEB0-68D0D32AB57C}" srcOrd="1" destOrd="0" parTransId="{4FFBB9B2-F4A2-FC48-AA97-0BB5254D1AC2}" sibTransId="{12B1C221-ECCB-A942-B05A-087A5CB272E7}"/>
    <dgm:cxn modelId="{E8FBDF13-E968-4947-B493-9A0590553008}" type="presOf" srcId="{8AAB432A-D3E6-0049-9DFF-EF9401AAF0D7}" destId="{1A807BE5-728A-F846-9952-204DC8BF9425}" srcOrd="0" destOrd="0" presId="urn:microsoft.com/office/officeart/2005/8/layout/orgChart1"/>
    <dgm:cxn modelId="{D3ECDD17-C645-6F46-B52A-27174B36C986}" srcId="{DA3D8EEE-8FDA-0B45-B634-42027EAEE910}" destId="{A7534A1A-FEA3-B34A-AEED-79646F0832AF}" srcOrd="0" destOrd="0" parTransId="{822FC99B-6AC4-7C4E-86CB-A12F77C9A22E}" sibTransId="{BAD9A6D1-8A38-0749-8D27-541698777DC0}"/>
    <dgm:cxn modelId="{1AB46019-7B2E-BB42-9A1C-F4F1A156884F}" srcId="{1CA851FC-4408-2144-AFFC-05AACC9B6974}" destId="{ECA7E29C-CA00-9642-A6C1-C1B06763A242}" srcOrd="0" destOrd="0" parTransId="{392A7ECB-7330-1F46-AC1D-BC73E76415F9}" sibTransId="{656DA958-5F49-B14F-9729-E1C05F83F0EE}"/>
    <dgm:cxn modelId="{F3E1981B-104A-6649-B00A-29AC8F8B77DA}" type="presOf" srcId="{189FBA1A-E3DA-3E4B-B5F3-4C3C4B577F2F}" destId="{46B63B86-DFF5-994C-AA45-21E019DDB9A3}" srcOrd="0" destOrd="0" presId="urn:microsoft.com/office/officeart/2005/8/layout/orgChart1"/>
    <dgm:cxn modelId="{A17DF61B-0D56-CE4C-9F40-2E2193D4569E}" type="presOf" srcId="{B1E1BBCE-86E5-6C48-A141-1370F9EF79AC}" destId="{4A3A5AE0-9BD4-8145-8EC7-FBB33CD8F717}" srcOrd="0" destOrd="0" presId="urn:microsoft.com/office/officeart/2005/8/layout/orgChart1"/>
    <dgm:cxn modelId="{55603E1F-B7F6-C941-B12B-AD59888E7F7D}" srcId="{91AE1CCE-8702-2448-8202-327373E010CB}" destId="{57FB0DD8-CA81-A947-ABE5-7F05AE7AA2AF}" srcOrd="0" destOrd="0" parTransId="{99782A77-1037-A445-82A5-DDC24313C333}" sibTransId="{D980C599-FD64-784F-B94B-82EFBA42A314}"/>
    <dgm:cxn modelId="{71155B1F-2FB7-514B-828D-4B1A0DE93A0E}" type="presOf" srcId="{8BDBE607-F1E9-784B-8031-22D494FBFE54}" destId="{003E4100-2566-C543-8695-F70ED0C8B034}" srcOrd="0" destOrd="0" presId="urn:microsoft.com/office/officeart/2005/8/layout/orgChart1"/>
    <dgm:cxn modelId="{9E458F20-F8C7-554F-BD2B-6CB6FD6657DE}" srcId="{15F80D4D-D9FD-E947-BF12-6AE0162228DC}" destId="{1D661F7B-4DE2-F34D-ACA5-1CE0EA4E7594}" srcOrd="0" destOrd="0" parTransId="{8BDBE607-F1E9-784B-8031-22D494FBFE54}" sibTransId="{97E0C4CB-C115-F94C-AC94-49590B5F94B5}"/>
    <dgm:cxn modelId="{DAF67021-73BC-0547-9072-A30810B5C78D}" type="presOf" srcId="{D0DD5229-36DF-7949-B44A-FE9089C91D4F}" destId="{00AE9B91-0C5D-3A4C-B346-78F629125E86}" srcOrd="0" destOrd="0" presId="urn:microsoft.com/office/officeart/2005/8/layout/orgChart1"/>
    <dgm:cxn modelId="{31BE2E26-4C6B-E846-AF4C-A0A070D29FA5}" type="presOf" srcId="{594AD9F1-12AA-1444-9B6D-153F781B6472}" destId="{0C04164C-DA43-744B-9640-71A33DCBC2AB}" srcOrd="0" destOrd="0" presId="urn:microsoft.com/office/officeart/2005/8/layout/orgChart1"/>
    <dgm:cxn modelId="{1C43462B-E6BA-9D49-95FE-2A48E36B2E4F}" type="presOf" srcId="{6036B2F9-A6D1-B046-9060-AE1281FAA854}" destId="{E9F385C1-CB86-DF4F-880C-BAA5AB262F60}" srcOrd="1" destOrd="0" presId="urn:microsoft.com/office/officeart/2005/8/layout/orgChart1"/>
    <dgm:cxn modelId="{985B302E-7540-9342-A6C6-991FD32A6771}" type="presOf" srcId="{AF74A536-C373-944E-952B-1236FBE6E38D}" destId="{E5FF68D6-D361-BB45-9C94-417F6555FE12}" srcOrd="0" destOrd="0" presId="urn:microsoft.com/office/officeart/2005/8/layout/orgChart1"/>
    <dgm:cxn modelId="{3F5B3632-0034-4148-B560-F10637A86BEA}" type="presOf" srcId="{B907C8EA-0A5C-114B-A2C0-A5B02996F085}" destId="{4E814A77-EAB9-A847-92F8-CFFC55E43EE7}" srcOrd="0" destOrd="0" presId="urn:microsoft.com/office/officeart/2005/8/layout/orgChart1"/>
    <dgm:cxn modelId="{1F79E336-3E1D-E440-8A2C-10CAF7ECC840}" srcId="{6036B2F9-A6D1-B046-9060-AE1281FAA854}" destId="{00ADF8C4-0657-8F4F-AA79-60381ACB1CE5}" srcOrd="0" destOrd="0" parTransId="{0776DC4D-8BC4-F64E-BE9A-6A3BDBBA2B33}" sibTransId="{0EB068F4-0BEA-6041-B314-D2F643C2E344}"/>
    <dgm:cxn modelId="{E598993B-7B76-2F48-AAC0-FDA8A298F8D9}" type="presOf" srcId="{228F8371-FB43-8A47-8311-3BD638C497C7}" destId="{DE946943-C1D1-2342-855F-B68AB6521502}" srcOrd="0" destOrd="0" presId="urn:microsoft.com/office/officeart/2005/8/layout/orgChart1"/>
    <dgm:cxn modelId="{06E1023E-A42F-E043-8E5C-351FFF625736}" type="presOf" srcId="{B907C8EA-0A5C-114B-A2C0-A5B02996F085}" destId="{4BEF697F-8783-6A4A-B678-1A624F5A49F5}" srcOrd="1" destOrd="0" presId="urn:microsoft.com/office/officeart/2005/8/layout/orgChart1"/>
    <dgm:cxn modelId="{F0F7B23F-F62A-C149-85BD-899CEF7EE500}" type="presOf" srcId="{91AE1CCE-8702-2448-8202-327373E010CB}" destId="{A1F2AF92-E7A6-0342-86A2-8A7A0F5DCEFE}" srcOrd="1" destOrd="0" presId="urn:microsoft.com/office/officeart/2005/8/layout/orgChart1"/>
    <dgm:cxn modelId="{3828D63F-1CF4-3C40-BEB5-1BC8390C16F1}" type="presOf" srcId="{DA3D8EEE-8FDA-0B45-B634-42027EAEE910}" destId="{BFE41C2E-8917-FC47-8728-AC8D9B66C971}" srcOrd="0" destOrd="0" presId="urn:microsoft.com/office/officeart/2005/8/layout/orgChart1"/>
    <dgm:cxn modelId="{82C3EC3F-0C2F-E04F-8C72-92B1B6B0396C}" type="presOf" srcId="{1006675C-968C-9340-AA97-354429081AFC}" destId="{FD0D9FDB-ABBC-BC4E-85F2-0C047BABA496}" srcOrd="0" destOrd="0" presId="urn:microsoft.com/office/officeart/2005/8/layout/orgChart1"/>
    <dgm:cxn modelId="{E1E19E46-11E0-6343-A21A-B610F28BC78E}" type="presOf" srcId="{826FA348-FABE-E840-8B44-ADEC15CE1044}" destId="{1AF8D188-820C-DF45-BAED-301DB32A9913}" srcOrd="0" destOrd="0" presId="urn:microsoft.com/office/officeart/2005/8/layout/orgChart1"/>
    <dgm:cxn modelId="{5BD2A546-8F29-204B-94EE-B2ABF7CC3EFC}" srcId="{00ADF8C4-0657-8F4F-AA79-60381ACB1CE5}" destId="{BF05AC21-1E10-E443-B978-B6463B56FDC0}" srcOrd="0" destOrd="0" parTransId="{F2A81F7A-DB73-7D44-A3AE-E1B2AAED8371}" sibTransId="{EE9B46BD-25C6-CC4B-AAFB-653EF77B9B6D}"/>
    <dgm:cxn modelId="{A9FEDA46-FCB7-4548-BC17-18A89230AA2C}" type="presOf" srcId="{4FFBB9B2-F4A2-FC48-AA97-0BB5254D1AC2}" destId="{40C95581-10E7-E04A-BE76-EB7B756835C4}" srcOrd="0" destOrd="0" presId="urn:microsoft.com/office/officeart/2005/8/layout/orgChart1"/>
    <dgm:cxn modelId="{FFF4A14D-79C0-1348-96E1-722B322F2FF2}" type="presOf" srcId="{A7950949-8F8E-D54D-9E8F-588524F414AD}" destId="{30051186-F022-804C-843B-F6C252C109EB}" srcOrd="0" destOrd="0" presId="urn:microsoft.com/office/officeart/2005/8/layout/orgChart1"/>
    <dgm:cxn modelId="{2A675E51-48E5-CD49-A9DD-6DB42F2B691C}" type="presOf" srcId="{0474637A-FC03-3046-9726-263AC3A63846}" destId="{16E4C15E-42C1-FC4D-9E4C-05A514DE8F32}" srcOrd="1" destOrd="0" presId="urn:microsoft.com/office/officeart/2005/8/layout/orgChart1"/>
    <dgm:cxn modelId="{A448DF53-59F8-0746-AB1D-51D81B3E6110}" type="presOf" srcId="{6F89BF38-A84E-864D-A42F-F8B46FE41950}" destId="{BB070FBD-86B4-D843-B695-7C941D5C7CFC}" srcOrd="1" destOrd="0" presId="urn:microsoft.com/office/officeart/2005/8/layout/orgChart1"/>
    <dgm:cxn modelId="{322ABE54-C60D-FA45-A91A-29AA26FF4D28}" type="presOf" srcId="{2F9F8AEB-6E9F-3748-8644-76E79AACABC0}" destId="{64DB311A-4A1F-3A47-8952-B8E944014770}" srcOrd="0" destOrd="0" presId="urn:microsoft.com/office/officeart/2005/8/layout/orgChart1"/>
    <dgm:cxn modelId="{F8698555-A400-0046-A23C-E6DB02E1572A}" type="presOf" srcId="{ECA7E29C-CA00-9642-A6C1-C1B06763A242}" destId="{EB98ADEA-669B-6C46-9860-C87692DDD31F}" srcOrd="0" destOrd="0" presId="urn:microsoft.com/office/officeart/2005/8/layout/orgChart1"/>
    <dgm:cxn modelId="{B94F7F5D-9C04-D74B-BFB8-98B5CB5EFEA3}" srcId="{ECA7E29C-CA00-9642-A6C1-C1B06763A242}" destId="{F20F39C0-4569-DB4C-A37E-B1357CD4CB96}" srcOrd="1" destOrd="0" parTransId="{D2612B32-9386-1B4E-9CB9-877831004544}" sibTransId="{B16470E7-4401-3C4D-BEF3-1D64BF8AE010}"/>
    <dgm:cxn modelId="{EBDC8E5E-5B02-BB48-B67D-ECE860B3FC65}" type="presOf" srcId="{6F89BF38-A84E-864D-A42F-F8B46FE41950}" destId="{2ACFABD4-55C1-4D48-9483-72FE8BF75A07}" srcOrd="0" destOrd="0" presId="urn:microsoft.com/office/officeart/2005/8/layout/orgChart1"/>
    <dgm:cxn modelId="{C9631260-D1AE-EF45-AF23-4ACAE56462B0}" type="presOf" srcId="{DB79DD3A-F66B-854F-B905-B48BC2D0CC94}" destId="{FACDF4A6-593E-EB41-ABD4-65D70C55C1A4}" srcOrd="0" destOrd="0" presId="urn:microsoft.com/office/officeart/2005/8/layout/orgChart1"/>
    <dgm:cxn modelId="{E834B160-19EB-FE45-AD2B-EA3ADB7302FB}" srcId="{BF05AC21-1E10-E443-B978-B6463B56FDC0}" destId="{6F89BF38-A84E-864D-A42F-F8B46FE41950}" srcOrd="0" destOrd="0" parTransId="{4868C0B7-9FC0-9A47-A84B-F2826D8F5BCB}" sibTransId="{B8C64449-0E8F-114D-A06D-D2B1A32DE062}"/>
    <dgm:cxn modelId="{A0450866-2233-9C4B-B574-A69302C68A42}" type="presOf" srcId="{5E9BA281-2FDA-6545-8F85-D6E694685912}" destId="{421C4F86-8BB5-AF45-9C98-0832D52FEC30}" srcOrd="1" destOrd="0" presId="urn:microsoft.com/office/officeart/2005/8/layout/orgChart1"/>
    <dgm:cxn modelId="{BAD61768-4032-F349-AF2E-422261DCE2BD}" type="presOf" srcId="{15F80D4D-D9FD-E947-BF12-6AE0162228DC}" destId="{FBC9BDE3-C8E9-BC4C-BB5A-016AE7D387D0}" srcOrd="1" destOrd="0" presId="urn:microsoft.com/office/officeart/2005/8/layout/orgChart1"/>
    <dgm:cxn modelId="{CF583F69-1612-C147-B7FC-CCFDB49B4A60}" srcId="{5E9BA281-2FDA-6545-8F85-D6E694685912}" destId="{226EE965-4597-0441-8B0A-A1EE4D9C029C}" srcOrd="0" destOrd="0" parTransId="{2F9F8AEB-6E9F-3748-8644-76E79AACABC0}" sibTransId="{00EFCA8F-8F85-1943-8C0E-63979074D6E1}"/>
    <dgm:cxn modelId="{E15B5B69-479B-F444-9E11-C459E4E426E6}" type="presOf" srcId="{226EE965-4597-0441-8B0A-A1EE4D9C029C}" destId="{C9E9F3CC-11F9-DB4B-B922-E71A4B297212}" srcOrd="0" destOrd="0" presId="urn:microsoft.com/office/officeart/2005/8/layout/orgChart1"/>
    <dgm:cxn modelId="{4B11A06A-B42E-4D4E-AD0C-3408093BC1C1}" type="presOf" srcId="{DA3D8EEE-8FDA-0B45-B634-42027EAEE910}" destId="{016FBA2C-8D46-C547-9569-E590155CBBAD}" srcOrd="1" destOrd="0" presId="urn:microsoft.com/office/officeart/2005/8/layout/orgChart1"/>
    <dgm:cxn modelId="{4CE5326F-F268-A54A-A705-321A4F6F6591}" type="presOf" srcId="{ECA7E29C-CA00-9642-A6C1-C1B06763A242}" destId="{B33E1E6A-7440-A142-B196-4068FAD53ECE}" srcOrd="1" destOrd="0" presId="urn:microsoft.com/office/officeart/2005/8/layout/orgChart1"/>
    <dgm:cxn modelId="{9960E171-53D2-6D48-B509-146DC35111F2}" srcId="{ECA7E29C-CA00-9642-A6C1-C1B06763A242}" destId="{A7950949-8F8E-D54D-9E8F-588524F414AD}" srcOrd="0" destOrd="0" parTransId="{B1E1BBCE-86E5-6C48-A141-1370F9EF79AC}" sibTransId="{E698B590-AD90-C64A-BD89-B1E485AD8388}"/>
    <dgm:cxn modelId="{D0B76873-1FFF-014F-BAC1-5E864EBC6353}" type="presOf" srcId="{F20F39C0-4569-DB4C-A37E-B1357CD4CB96}" destId="{48497C4A-B4EC-3F41-A47A-31E293546422}" srcOrd="0" destOrd="0" presId="urn:microsoft.com/office/officeart/2005/8/layout/orgChart1"/>
    <dgm:cxn modelId="{49D8F373-399A-9B49-BFD5-BD8B5F4FF4DF}" type="presOf" srcId="{C092258F-D7E3-9740-A747-E697F4E2AAEE}" destId="{082D0131-7010-0240-960B-73B328B4432F}" srcOrd="1" destOrd="0" presId="urn:microsoft.com/office/officeart/2005/8/layout/orgChart1"/>
    <dgm:cxn modelId="{1C37C074-882F-BB46-B9F0-74E77C78FED7}" type="presOf" srcId="{4099D19D-BF2C-A548-9E93-84504D2B464E}" destId="{210D1520-A765-124D-AFB6-F541A450A584}" srcOrd="1" destOrd="0" presId="urn:microsoft.com/office/officeart/2005/8/layout/orgChart1"/>
    <dgm:cxn modelId="{21494875-B63E-614D-96D5-0940A91A9A36}" type="presOf" srcId="{5774C2A8-5092-5542-AEB0-68D0D32AB57C}" destId="{51A9397C-76AD-6B4D-A9E5-4E200AE11131}" srcOrd="1" destOrd="0" presId="urn:microsoft.com/office/officeart/2005/8/layout/orgChart1"/>
    <dgm:cxn modelId="{0AB16879-7D1B-F94A-BF3B-2B351027E647}" srcId="{6F89BF38-A84E-864D-A42F-F8B46FE41950}" destId="{DA3D8EEE-8FDA-0B45-B634-42027EAEE910}" srcOrd="0" destOrd="0" parTransId="{E5EA50FE-DC66-8541-935B-D871E151BF6C}" sibTransId="{9761EFFB-BBA9-3C43-91DB-C6D2BDF267FA}"/>
    <dgm:cxn modelId="{C4469279-5D87-964C-8F0A-AB2BC7917A75}" type="presOf" srcId="{BF05AC21-1E10-E443-B978-B6463B56FDC0}" destId="{DE6C9F4C-C6CB-0D4C-94E4-B1FE7F0DA9AD}" srcOrd="0" destOrd="0" presId="urn:microsoft.com/office/officeart/2005/8/layout/orgChart1"/>
    <dgm:cxn modelId="{210F2A7C-6F4F-7241-9129-697E3EB73E2F}" type="presOf" srcId="{C0724EAE-CDF4-B34B-928F-2B4D70DB65AA}" destId="{60C7A40B-AFE7-5245-BA46-EFA84416DF76}" srcOrd="1" destOrd="0" presId="urn:microsoft.com/office/officeart/2005/8/layout/orgChart1"/>
    <dgm:cxn modelId="{1E1D2B82-02BB-FE49-B2FA-74CA8656D7B8}" type="presOf" srcId="{F2A81F7A-DB73-7D44-A3AE-E1B2AAED8371}" destId="{DF784482-89F8-6641-8A6B-C155D68403A1}" srcOrd="0" destOrd="0" presId="urn:microsoft.com/office/officeart/2005/8/layout/orgChart1"/>
    <dgm:cxn modelId="{B895D882-BE9F-5B45-A75A-0FD1BBB9F283}" type="presOf" srcId="{91E613D6-93C6-D343-992E-3A17EBDFB011}" destId="{FA81F937-48A2-7144-9438-CF9267137C70}" srcOrd="0" destOrd="0" presId="urn:microsoft.com/office/officeart/2005/8/layout/orgChart1"/>
    <dgm:cxn modelId="{4D391784-EB21-8249-B7A0-DEC80B63E68A}" type="presOf" srcId="{0474637A-FC03-3046-9726-263AC3A63846}" destId="{FA16607D-1B81-9A48-B667-DA01C8E4BD74}" srcOrd="0" destOrd="0" presId="urn:microsoft.com/office/officeart/2005/8/layout/orgChart1"/>
    <dgm:cxn modelId="{DDFA0085-A8D5-A546-A262-C087F038C3E7}" type="presOf" srcId="{5774C2A8-5092-5542-AEB0-68D0D32AB57C}" destId="{81052660-A12F-A048-B90B-4C6628FADFEA}" srcOrd="0" destOrd="0" presId="urn:microsoft.com/office/officeart/2005/8/layout/orgChart1"/>
    <dgm:cxn modelId="{6D48DE87-4A3E-844F-8490-698297FCC53E}" srcId="{4984E784-8F7B-C448-87C6-A2CB2762CEE0}" destId="{C092258F-D7E3-9740-A747-E697F4E2AAEE}" srcOrd="0" destOrd="0" parTransId="{6620DDDD-2256-4A4E-B0A6-CC8F7CEAA38B}" sibTransId="{0D46D38B-CAED-8F4C-BF57-261AE38E78DB}"/>
    <dgm:cxn modelId="{D447A889-F540-3046-AA5B-C94FA6827966}" type="presOf" srcId="{982C0F5B-A17F-3B4B-AE34-5EC559BCF3E3}" destId="{0A71A78D-E909-BF41-8219-838C2C89FCC2}" srcOrd="0" destOrd="0" presId="urn:microsoft.com/office/officeart/2005/8/layout/orgChart1"/>
    <dgm:cxn modelId="{1DCAB289-FC8F-7146-B662-3261838F79F5}" type="presOf" srcId="{D27532DD-8F92-9041-AFC0-8C4FD996BE87}" destId="{107105A4-83F5-184D-85CE-7DD08E12A0D5}" srcOrd="0" destOrd="0" presId="urn:microsoft.com/office/officeart/2005/8/layout/orgChart1"/>
    <dgm:cxn modelId="{A8F6C48B-9C17-2C4C-8D0F-A5BD5BF989D7}" srcId="{F20F39C0-4569-DB4C-A37E-B1357CD4CB96}" destId="{5E9BA281-2FDA-6545-8F85-D6E694685912}" srcOrd="0" destOrd="0" parTransId="{FD613AA9-5395-8D4E-B33B-C5FCDC4925B4}" sibTransId="{0547921F-CE4D-9C4C-A8F2-9F84F8EAF340}"/>
    <dgm:cxn modelId="{AC1E768D-6A43-5F42-AC84-48FE9C703EE6}" type="presOf" srcId="{A7534A1A-FEA3-B34A-AEED-79646F0832AF}" destId="{E59B3C57-CCDF-7A4D-BFD8-CEF43CB6625C}" srcOrd="0" destOrd="0" presId="urn:microsoft.com/office/officeart/2005/8/layout/orgChart1"/>
    <dgm:cxn modelId="{DDE4258E-9463-A54B-89E7-34FF378D118F}" type="presOf" srcId="{3BFEAD3D-DF26-8742-B528-3D166A297EB6}" destId="{D5244B91-B595-6843-BF3A-124DB5436E20}" srcOrd="0" destOrd="0" presId="urn:microsoft.com/office/officeart/2005/8/layout/orgChart1"/>
    <dgm:cxn modelId="{749BD48F-6580-3049-ACDF-0D24A0DE448C}" type="presOf" srcId="{C0724EAE-CDF4-B34B-928F-2B4D70DB65AA}" destId="{D777CD76-41ED-FA44-BCF4-817E4FB3FEDE}" srcOrd="0" destOrd="0" presId="urn:microsoft.com/office/officeart/2005/8/layout/orgChart1"/>
    <dgm:cxn modelId="{8F3EC890-9A0D-924C-9F82-1C5DEEB93652}" srcId="{57FB0DD8-CA81-A947-ABE5-7F05AE7AA2AF}" destId="{D0DD5229-36DF-7949-B44A-FE9089C91D4F}" srcOrd="0" destOrd="0" parTransId="{E95B1EBF-4997-C644-8FC7-551B4BD791EB}" sibTransId="{F0E3BEF4-6AD6-1B43-B92A-D67F2F8E6951}"/>
    <dgm:cxn modelId="{76326892-90AE-5E42-9969-79D07053477A}" srcId="{4099D19D-BF2C-A548-9E93-84504D2B464E}" destId="{91E613D6-93C6-D343-992E-3A17EBDFB011}" srcOrd="0" destOrd="0" parTransId="{3BFEAD3D-DF26-8742-B528-3D166A297EB6}" sibTransId="{370EA003-6A42-FD45-86EF-F93121E8D05A}"/>
    <dgm:cxn modelId="{56B13B93-F9B6-BA44-BD2F-3E2BD89AB76B}" type="presOf" srcId="{FC1D4E63-7091-B64F-A4C8-8BF99886A5E2}" destId="{493E069C-5C5C-1945-8421-924BCF5BF993}" srcOrd="0" destOrd="0" presId="urn:microsoft.com/office/officeart/2005/8/layout/orgChart1"/>
    <dgm:cxn modelId="{E04AA993-E00A-244E-984C-3756640936A2}" type="presOf" srcId="{982C0F5B-A17F-3B4B-AE34-5EC559BCF3E3}" destId="{5F7A0881-09A2-E344-9C19-65F0F5D88106}" srcOrd="1" destOrd="0" presId="urn:microsoft.com/office/officeart/2005/8/layout/orgChart1"/>
    <dgm:cxn modelId="{0E59C198-64D0-6348-A239-DAC1452A34AB}" type="presOf" srcId="{594AD9F1-12AA-1444-9B6D-153F781B6472}" destId="{1A7AEBFB-F9AA-2244-8CFB-C3729709753C}" srcOrd="1" destOrd="0" presId="urn:microsoft.com/office/officeart/2005/8/layout/orgChart1"/>
    <dgm:cxn modelId="{4D9ACB9E-AAF1-CD4B-96F1-7C85BB47912A}" srcId="{A7950949-8F8E-D54D-9E8F-588524F414AD}" destId="{6036B2F9-A6D1-B046-9060-AE1281FAA854}" srcOrd="0" destOrd="0" parTransId="{EB7C502C-7011-1F47-9CE0-C525E1D3BAA4}" sibTransId="{96AF1189-3582-3842-BFF3-0FAFB0BA4E67}"/>
    <dgm:cxn modelId="{4A1980A0-9B60-CE47-BFCA-F2688CC7C811}" srcId="{1D661F7B-4DE2-F34D-ACA5-1CE0EA4E7594}" destId="{C0724EAE-CDF4-B34B-928F-2B4D70DB65AA}" srcOrd="0" destOrd="0" parTransId="{9970368A-FBFB-8349-8388-A1784F177175}" sibTransId="{19DB421A-5120-8849-9495-0DB10D09507D}"/>
    <dgm:cxn modelId="{5D5B4DA7-AC2E-1D4C-B920-B0DF81834472}" type="presOf" srcId="{124855D8-38DC-8D40-BC48-1FA073238DE5}" destId="{1019AFF4-D8C8-CE45-BA36-9F2C41E4F8E7}" srcOrd="0" destOrd="0" presId="urn:microsoft.com/office/officeart/2005/8/layout/orgChart1"/>
    <dgm:cxn modelId="{3D24F4AA-FFE3-564A-A0F6-0641A4F82E91}" type="presOf" srcId="{71CC9448-09A8-054D-A42A-35E526B35E89}" destId="{704254D2-7645-D549-BBBC-D69B3023A3C2}" srcOrd="1" destOrd="0" presId="urn:microsoft.com/office/officeart/2005/8/layout/orgChart1"/>
    <dgm:cxn modelId="{E6A3E9AC-E014-FC48-BE83-7F99A4FF2AAE}" type="presOf" srcId="{4868C0B7-9FC0-9A47-A84B-F2826D8F5BCB}" destId="{E4E90E3E-2731-F042-9D37-DB9F9BCE6BC5}" srcOrd="0" destOrd="0" presId="urn:microsoft.com/office/officeart/2005/8/layout/orgChart1"/>
    <dgm:cxn modelId="{A52EB2B2-20BD-3F41-8C9C-44D2B7DFA694}" type="presOf" srcId="{1D661F7B-4DE2-F34D-ACA5-1CE0EA4E7594}" destId="{EF953B74-D73F-EA4F-BEC7-402B98075E57}" srcOrd="0" destOrd="0" presId="urn:microsoft.com/office/officeart/2005/8/layout/orgChart1"/>
    <dgm:cxn modelId="{DDD246B3-19EA-694D-A6D6-B920BC80FCFA}" type="presOf" srcId="{91E613D6-93C6-D343-992E-3A17EBDFB011}" destId="{CE9483A1-8A76-C24D-82C5-E424B52FC0A3}" srcOrd="1" destOrd="0" presId="urn:microsoft.com/office/officeart/2005/8/layout/orgChart1"/>
    <dgm:cxn modelId="{C1FCF0BD-209C-B441-BDBB-EC0C82B07E86}" type="presOf" srcId="{57FB0DD8-CA81-A947-ABE5-7F05AE7AA2AF}" destId="{8646DED7-BCDB-D94E-81C4-D531B7C82F40}" srcOrd="1" destOrd="0" presId="urn:microsoft.com/office/officeart/2005/8/layout/orgChart1"/>
    <dgm:cxn modelId="{0F4292C1-B56C-6C46-9A71-B1B316FEE334}" srcId="{71CC9448-09A8-054D-A42A-35E526B35E89}" destId="{4099D19D-BF2C-A548-9E93-84504D2B464E}" srcOrd="0" destOrd="0" parTransId="{D27532DD-8F92-9041-AFC0-8C4FD996BE87}" sibTransId="{3DC33956-18E7-6044-AA49-32FCA153973C}"/>
    <dgm:cxn modelId="{B5744AC5-A303-3241-ADF0-9656DC01B24C}" srcId="{226EE965-4597-0441-8B0A-A1EE4D9C029C}" destId="{0474637A-FC03-3046-9726-263AC3A63846}" srcOrd="0" destOrd="0" parTransId="{DB79DD3A-F66B-854F-B905-B48BC2D0CC94}" sibTransId="{2C484A10-D4E2-B241-8F73-60BF4A3360CD}"/>
    <dgm:cxn modelId="{984BF7C9-CB6A-7A47-B56E-BC96B38F236B}" srcId="{A7534A1A-FEA3-B34A-AEED-79646F0832AF}" destId="{8AAB432A-D3E6-0049-9DFF-EF9401AAF0D7}" srcOrd="0" destOrd="0" parTransId="{228F8371-FB43-8A47-8311-3BD638C497C7}" sibTransId="{C8BBDA6D-AE5C-8B4D-B223-153D635EEAFF}"/>
    <dgm:cxn modelId="{F82C48CC-8EB2-CC46-B15F-5382CED9199A}" type="presOf" srcId="{71CC9448-09A8-054D-A42A-35E526B35E89}" destId="{69B241A1-06BE-4B49-9D38-40A9F75BD9C5}" srcOrd="0" destOrd="0" presId="urn:microsoft.com/office/officeart/2005/8/layout/orgChart1"/>
    <dgm:cxn modelId="{7755A9CD-5A45-C34E-8A84-F17730D12651}" srcId="{15F80D4D-D9FD-E947-BF12-6AE0162228DC}" destId="{4984E784-8F7B-C448-87C6-A2CB2762CEE0}" srcOrd="1" destOrd="0" parTransId="{FC1D4E63-7091-B64F-A4C8-8BF99886A5E2}" sibTransId="{64FAF330-1CF0-5847-9E61-A3FCF2917D45}"/>
    <dgm:cxn modelId="{A187B9CE-9CB3-504B-9EFA-E691CEA8AE7C}" srcId="{0474637A-FC03-3046-9726-263AC3A63846}" destId="{B907C8EA-0A5C-114B-A2C0-A5B02996F085}" srcOrd="0" destOrd="0" parTransId="{189FBA1A-E3DA-3E4B-B5F3-4C3C4B577F2F}" sibTransId="{69D4D4AB-19A8-AB47-9ACF-BFC423B33E73}"/>
    <dgm:cxn modelId="{6FF6BDD0-28CE-504F-86DD-161EAD3741FB}" type="presOf" srcId="{15F80D4D-D9FD-E947-BF12-6AE0162228DC}" destId="{9446DCA9-FACE-7C46-80B6-C5E3A7A1119B}" srcOrd="0" destOrd="0" presId="urn:microsoft.com/office/officeart/2005/8/layout/orgChart1"/>
    <dgm:cxn modelId="{41174AD2-9520-DA49-873F-0F1A70FF71E8}" type="presOf" srcId="{1D661F7B-4DE2-F34D-ACA5-1CE0EA4E7594}" destId="{A8C372A5-8EE1-2941-A294-47FBDD7AEBA5}" srcOrd="1" destOrd="0" presId="urn:microsoft.com/office/officeart/2005/8/layout/orgChart1"/>
    <dgm:cxn modelId="{88FA03D5-D391-4943-9EAF-21758FB38C71}" type="presOf" srcId="{D2612B32-9386-1B4E-9CB9-877831004544}" destId="{0BE49338-4E31-7841-A977-2966EB3FE35D}" srcOrd="0" destOrd="0" presId="urn:microsoft.com/office/officeart/2005/8/layout/orgChart1"/>
    <dgm:cxn modelId="{60B9DFD8-321A-974B-A0A8-DAC2A07E851D}" type="presOf" srcId="{E95B1EBF-4997-C644-8FC7-551B4BD791EB}" destId="{0A9BB3C7-4C67-1949-B4BE-EA2602A580B8}" srcOrd="0" destOrd="0" presId="urn:microsoft.com/office/officeart/2005/8/layout/orgChart1"/>
    <dgm:cxn modelId="{3C881ADC-ABFA-BD44-B097-A191F70EC2E5}" type="presOf" srcId="{E5EA50FE-DC66-8541-935B-D871E151BF6C}" destId="{91F0C1BD-D8D7-024B-A8D6-8FEAE33632DB}" srcOrd="0" destOrd="0" presId="urn:microsoft.com/office/officeart/2005/8/layout/orgChart1"/>
    <dgm:cxn modelId="{B6847EDD-7AFF-5149-90B4-C35043AC0DB5}" srcId="{DA3D8EEE-8FDA-0B45-B634-42027EAEE910}" destId="{15F80D4D-D9FD-E947-BF12-6AE0162228DC}" srcOrd="1" destOrd="0" parTransId="{13E89C85-12D4-B940-81BD-1211C9C25010}" sibTransId="{92DB4D1A-443F-2949-94E5-AD18B5E566EE}"/>
    <dgm:cxn modelId="{413EA8E0-4BC3-C047-9E45-97E04E4AE51F}" type="presOf" srcId="{57FB0DD8-CA81-A947-ABE5-7F05AE7AA2AF}" destId="{D55E269D-B4C0-3F45-A93B-177535A1B8C1}" srcOrd="0" destOrd="0" presId="urn:microsoft.com/office/officeart/2005/8/layout/orgChart1"/>
    <dgm:cxn modelId="{296ACDE0-19C5-194B-96C7-0E9A9CA221F3}" srcId="{982C0F5B-A17F-3B4B-AE34-5EC559BCF3E3}" destId="{71CC9448-09A8-054D-A42A-35E526B35E89}" srcOrd="0" destOrd="0" parTransId="{124855D8-38DC-8D40-BC48-1FA073238DE5}" sibTransId="{4BC66015-1091-7E4A-B28F-04FCFC44726A}"/>
    <dgm:cxn modelId="{D7C86CE1-CAC9-CC4C-A619-069909D78C93}" type="presOf" srcId="{822FC99B-6AC4-7C4E-86CB-A12F77C9A22E}" destId="{F275A898-D448-9F44-A779-86D1C9635402}" srcOrd="0" destOrd="0" presId="urn:microsoft.com/office/officeart/2005/8/layout/orgChart1"/>
    <dgm:cxn modelId="{2C1A46E3-BF1D-4942-95D2-CAC30D28DFBE}" type="presOf" srcId="{FD613AA9-5395-8D4E-B33B-C5FCDC4925B4}" destId="{6F7C17BA-274C-B847-A4FE-6D37E1E977EC}" srcOrd="0" destOrd="0" presId="urn:microsoft.com/office/officeart/2005/8/layout/orgChart1"/>
    <dgm:cxn modelId="{80DDC8E3-B284-A547-AD8A-97B0004EE73C}" srcId="{B907C8EA-0A5C-114B-A2C0-A5B02996F085}" destId="{594AD9F1-12AA-1444-9B6D-153F781B6472}" srcOrd="0" destOrd="0" parTransId="{AF74A536-C373-944E-952B-1236FBE6E38D}" sibTransId="{824D8A0F-EA29-5747-80E5-06149BEF7C8A}"/>
    <dgm:cxn modelId="{9AF6CAE3-88A3-3544-B3C5-C11B0048CC77}" srcId="{226EE965-4597-0441-8B0A-A1EE4D9C029C}" destId="{982C0F5B-A17F-3B4B-AE34-5EC559BCF3E3}" srcOrd="1" destOrd="0" parTransId="{826FA348-FABE-E840-8B44-ADEC15CE1044}" sibTransId="{192D5637-FC2E-9D4C-A670-57663DEECC7C}"/>
    <dgm:cxn modelId="{71C15CE9-07AA-144B-BEA6-757E55E9F4AA}" type="presOf" srcId="{6036B2F9-A6D1-B046-9060-AE1281FAA854}" destId="{2CF0B46E-944B-814C-9E01-FA1C88E6127C}" srcOrd="0" destOrd="0" presId="urn:microsoft.com/office/officeart/2005/8/layout/orgChart1"/>
    <dgm:cxn modelId="{D62FBCE9-B077-A744-A42F-004C53563228}" type="presOf" srcId="{4984E784-8F7B-C448-87C6-A2CB2762CEE0}" destId="{BFFA47B3-A880-1A40-90A9-793AB1422969}" srcOrd="0" destOrd="0" presId="urn:microsoft.com/office/officeart/2005/8/layout/orgChart1"/>
    <dgm:cxn modelId="{C22709EA-16F7-8845-AE35-0F7072B9D939}" type="presOf" srcId="{00ADF8C4-0657-8F4F-AA79-60381ACB1CE5}" destId="{BB37A471-E8BC-5B4E-AB90-900620D8C92C}" srcOrd="0" destOrd="0" presId="urn:microsoft.com/office/officeart/2005/8/layout/orgChart1"/>
    <dgm:cxn modelId="{7AE966EE-6C8A-1D4A-A176-787B7D3EA486}" type="presOf" srcId="{D0DD5229-36DF-7949-B44A-FE9089C91D4F}" destId="{DDB89DC2-8370-B140-8A6E-C135625DDA63}" srcOrd="1" destOrd="0" presId="urn:microsoft.com/office/officeart/2005/8/layout/orgChart1"/>
    <dgm:cxn modelId="{D7D9BBEF-B9E1-1346-875C-5C22058AED42}" type="presOf" srcId="{91AE1CCE-8702-2448-8202-327373E010CB}" destId="{9EF9B02D-DF4F-FE4B-A317-D93D4581F5DD}" srcOrd="0" destOrd="0" presId="urn:microsoft.com/office/officeart/2005/8/layout/orgChart1"/>
    <dgm:cxn modelId="{AE9F71F2-B7B9-104F-A101-53251588AA69}" type="presOf" srcId="{99782A77-1037-A445-82A5-DDC24313C333}" destId="{B107A14B-4BDC-424C-B93A-32A74608922E}" srcOrd="0" destOrd="0" presId="urn:microsoft.com/office/officeart/2005/8/layout/orgChart1"/>
    <dgm:cxn modelId="{29E7EEF3-30BA-6A41-B71B-2FF640115E24}" type="presOf" srcId="{13E89C85-12D4-B940-81BD-1211C9C25010}" destId="{508EF1F2-E20C-A346-AF68-DEA11D1950D7}" srcOrd="0" destOrd="0" presId="urn:microsoft.com/office/officeart/2005/8/layout/orgChart1"/>
    <dgm:cxn modelId="{B321F3F3-4618-C340-AF9A-4522455824A5}" type="presOf" srcId="{EB7C502C-7011-1F47-9CE0-C525E1D3BAA4}" destId="{0FAF39CB-AD0F-D046-9395-FF46CF8F863D}" srcOrd="0" destOrd="0" presId="urn:microsoft.com/office/officeart/2005/8/layout/orgChart1"/>
    <dgm:cxn modelId="{6A0C49F4-E8F8-BD40-A567-4FE6041EB89C}" type="presOf" srcId="{226EE965-4597-0441-8B0A-A1EE4D9C029C}" destId="{5BCFC623-90DD-3241-BB0E-FF4286C4B2BA}" srcOrd="1" destOrd="0" presId="urn:microsoft.com/office/officeart/2005/8/layout/orgChart1"/>
    <dgm:cxn modelId="{4C28FAF4-C621-8841-BE8B-96E079AD38EE}" srcId="{00ADF8C4-0657-8F4F-AA79-60381ACB1CE5}" destId="{91AE1CCE-8702-2448-8202-327373E010CB}" srcOrd="1" destOrd="0" parTransId="{1006675C-968C-9340-AA97-354429081AFC}" sibTransId="{94DC76F4-5102-2647-A9FA-C6442AAD3644}"/>
    <dgm:cxn modelId="{157597F8-AE83-D94B-839B-F8699F483498}" type="presOf" srcId="{9970368A-FBFB-8349-8388-A1784F177175}" destId="{686EFB0C-4C15-8349-AEFB-C8A15361CCB0}" srcOrd="0" destOrd="0" presId="urn:microsoft.com/office/officeart/2005/8/layout/orgChart1"/>
    <dgm:cxn modelId="{852422FA-729A-F94C-A89C-E236481AC0A0}" type="presOf" srcId="{00ADF8C4-0657-8F4F-AA79-60381ACB1CE5}" destId="{202D0863-3284-7944-8576-80050119850F}" srcOrd="1" destOrd="0" presId="urn:microsoft.com/office/officeart/2005/8/layout/orgChart1"/>
    <dgm:cxn modelId="{5FF69FFC-E313-F74A-96F4-EA5357E4B2C4}" type="presOf" srcId="{0776DC4D-8BC4-F64E-BE9A-6A3BDBBA2B33}" destId="{A61A9CE2-B153-4F4E-B872-B31591E7B50E}" srcOrd="0" destOrd="0" presId="urn:microsoft.com/office/officeart/2005/8/layout/orgChart1"/>
    <dgm:cxn modelId="{12E40B75-06AB-AE44-9E8A-985266E1801B}" type="presParOf" srcId="{02EF8CCE-7217-CB4D-B894-FA1BA2735161}" destId="{52652C08-1E3C-C643-A533-292142E63A3E}" srcOrd="0" destOrd="0" presId="urn:microsoft.com/office/officeart/2005/8/layout/orgChart1"/>
    <dgm:cxn modelId="{C21FCCB3-6C3B-4945-A291-CBB844365F4B}" type="presParOf" srcId="{52652C08-1E3C-C643-A533-292142E63A3E}" destId="{4100EE18-91F5-6141-A1D8-740166C978E2}" srcOrd="0" destOrd="0" presId="urn:microsoft.com/office/officeart/2005/8/layout/orgChart1"/>
    <dgm:cxn modelId="{865B6742-757B-0E47-9686-B21A04293B96}" type="presParOf" srcId="{4100EE18-91F5-6141-A1D8-740166C978E2}" destId="{EB98ADEA-669B-6C46-9860-C87692DDD31F}" srcOrd="0" destOrd="0" presId="urn:microsoft.com/office/officeart/2005/8/layout/orgChart1"/>
    <dgm:cxn modelId="{D55C4644-486F-1440-8257-BD2A83DAD776}" type="presParOf" srcId="{4100EE18-91F5-6141-A1D8-740166C978E2}" destId="{B33E1E6A-7440-A142-B196-4068FAD53ECE}" srcOrd="1" destOrd="0" presId="urn:microsoft.com/office/officeart/2005/8/layout/orgChart1"/>
    <dgm:cxn modelId="{AAB33FF0-0D32-6445-9F26-ABF8E5336C63}" type="presParOf" srcId="{52652C08-1E3C-C643-A533-292142E63A3E}" destId="{A996F44D-3D24-B443-8A54-15E73AA98007}" srcOrd="1" destOrd="0" presId="urn:microsoft.com/office/officeart/2005/8/layout/orgChart1"/>
    <dgm:cxn modelId="{F5321757-3195-1540-9BCD-76A26905A20B}" type="presParOf" srcId="{A996F44D-3D24-B443-8A54-15E73AA98007}" destId="{4A3A5AE0-9BD4-8145-8EC7-FBB33CD8F717}" srcOrd="0" destOrd="0" presId="urn:microsoft.com/office/officeart/2005/8/layout/orgChart1"/>
    <dgm:cxn modelId="{42E8F392-660D-0A41-8DEB-A303FF738859}" type="presParOf" srcId="{A996F44D-3D24-B443-8A54-15E73AA98007}" destId="{F3AA77AE-4571-9444-807D-FFCD2A672B02}" srcOrd="1" destOrd="0" presId="urn:microsoft.com/office/officeart/2005/8/layout/orgChart1"/>
    <dgm:cxn modelId="{D5882F26-630D-264D-B77F-3566D8FFC62F}" type="presParOf" srcId="{F3AA77AE-4571-9444-807D-FFCD2A672B02}" destId="{FA7B805F-541D-0442-9145-9C0491DD396B}" srcOrd="0" destOrd="0" presId="urn:microsoft.com/office/officeart/2005/8/layout/orgChart1"/>
    <dgm:cxn modelId="{C6B8E041-6EDF-484E-87CC-0B7BA4EA0D6C}" type="presParOf" srcId="{FA7B805F-541D-0442-9145-9C0491DD396B}" destId="{30051186-F022-804C-843B-F6C252C109EB}" srcOrd="0" destOrd="0" presId="urn:microsoft.com/office/officeart/2005/8/layout/orgChart1"/>
    <dgm:cxn modelId="{DC2C8800-7EC4-BC4C-BDC9-A9ECB2E72870}" type="presParOf" srcId="{FA7B805F-541D-0442-9145-9C0491DD396B}" destId="{23F8AEF7-E825-7441-A8AA-159E91F445E1}" srcOrd="1" destOrd="0" presId="urn:microsoft.com/office/officeart/2005/8/layout/orgChart1"/>
    <dgm:cxn modelId="{773A316D-8A1C-824A-B656-44CCA2536CB5}" type="presParOf" srcId="{F3AA77AE-4571-9444-807D-FFCD2A672B02}" destId="{D4FACFEB-C123-7044-AC8F-5D8AF1A18FF6}" srcOrd="1" destOrd="0" presId="urn:microsoft.com/office/officeart/2005/8/layout/orgChart1"/>
    <dgm:cxn modelId="{225C081F-D222-A546-8CBB-9BE8BE5C97E0}" type="presParOf" srcId="{D4FACFEB-C123-7044-AC8F-5D8AF1A18FF6}" destId="{0FAF39CB-AD0F-D046-9395-FF46CF8F863D}" srcOrd="0" destOrd="0" presId="urn:microsoft.com/office/officeart/2005/8/layout/orgChart1"/>
    <dgm:cxn modelId="{4116CB92-3401-3544-B3F0-6843A1B641B1}" type="presParOf" srcId="{D4FACFEB-C123-7044-AC8F-5D8AF1A18FF6}" destId="{CDA30940-E071-4942-8319-0F0B6FD14E84}" srcOrd="1" destOrd="0" presId="urn:microsoft.com/office/officeart/2005/8/layout/orgChart1"/>
    <dgm:cxn modelId="{1A625ED3-F3B0-EC41-83AF-8FB36026038F}" type="presParOf" srcId="{CDA30940-E071-4942-8319-0F0B6FD14E84}" destId="{4FCC5C1C-BABE-2345-AA3E-A6FA41F28D60}" srcOrd="0" destOrd="0" presId="urn:microsoft.com/office/officeart/2005/8/layout/orgChart1"/>
    <dgm:cxn modelId="{8AD83C71-6949-7B44-8AA9-75365C37B13E}" type="presParOf" srcId="{4FCC5C1C-BABE-2345-AA3E-A6FA41F28D60}" destId="{2CF0B46E-944B-814C-9E01-FA1C88E6127C}" srcOrd="0" destOrd="0" presId="urn:microsoft.com/office/officeart/2005/8/layout/orgChart1"/>
    <dgm:cxn modelId="{3B5D1A48-AEE5-5246-A907-BC7A39C01F93}" type="presParOf" srcId="{4FCC5C1C-BABE-2345-AA3E-A6FA41F28D60}" destId="{E9F385C1-CB86-DF4F-880C-BAA5AB262F60}" srcOrd="1" destOrd="0" presId="urn:microsoft.com/office/officeart/2005/8/layout/orgChart1"/>
    <dgm:cxn modelId="{264B296B-DE3F-F043-AD75-0E9E6B517B6D}" type="presParOf" srcId="{CDA30940-E071-4942-8319-0F0B6FD14E84}" destId="{1609108F-01AF-EC41-9C11-15D1CF868C94}" srcOrd="1" destOrd="0" presId="urn:microsoft.com/office/officeart/2005/8/layout/orgChart1"/>
    <dgm:cxn modelId="{AD88F663-120E-9448-87CD-D04EFCC32F62}" type="presParOf" srcId="{1609108F-01AF-EC41-9C11-15D1CF868C94}" destId="{A61A9CE2-B153-4F4E-B872-B31591E7B50E}" srcOrd="0" destOrd="0" presId="urn:microsoft.com/office/officeart/2005/8/layout/orgChart1"/>
    <dgm:cxn modelId="{3587C575-5AD6-0647-B208-D873E823BC89}" type="presParOf" srcId="{1609108F-01AF-EC41-9C11-15D1CF868C94}" destId="{C5F295DC-89E7-E143-BD86-0B77D55163A5}" srcOrd="1" destOrd="0" presId="urn:microsoft.com/office/officeart/2005/8/layout/orgChart1"/>
    <dgm:cxn modelId="{B931FA5B-3D8C-6945-B908-E7CF868DE2C4}" type="presParOf" srcId="{C5F295DC-89E7-E143-BD86-0B77D55163A5}" destId="{3340CF67-818A-B643-A097-E3E994E8209F}" srcOrd="0" destOrd="0" presId="urn:microsoft.com/office/officeart/2005/8/layout/orgChart1"/>
    <dgm:cxn modelId="{3661A550-29F5-4F44-BCEF-C177F5F88738}" type="presParOf" srcId="{3340CF67-818A-B643-A097-E3E994E8209F}" destId="{BB37A471-E8BC-5B4E-AB90-900620D8C92C}" srcOrd="0" destOrd="0" presId="urn:microsoft.com/office/officeart/2005/8/layout/orgChart1"/>
    <dgm:cxn modelId="{29D21FD8-D233-DA4D-AB75-6EF6F21A2EDF}" type="presParOf" srcId="{3340CF67-818A-B643-A097-E3E994E8209F}" destId="{202D0863-3284-7944-8576-80050119850F}" srcOrd="1" destOrd="0" presId="urn:microsoft.com/office/officeart/2005/8/layout/orgChart1"/>
    <dgm:cxn modelId="{A99F01CA-6450-1B42-9179-B8EC7A907876}" type="presParOf" srcId="{C5F295DC-89E7-E143-BD86-0B77D55163A5}" destId="{DA298CC6-A846-6C45-A4A9-170167D6FB7C}" srcOrd="1" destOrd="0" presId="urn:microsoft.com/office/officeart/2005/8/layout/orgChart1"/>
    <dgm:cxn modelId="{686CB64D-3EF7-4444-904C-34FBDA48F9EE}" type="presParOf" srcId="{DA298CC6-A846-6C45-A4A9-170167D6FB7C}" destId="{DF784482-89F8-6641-8A6B-C155D68403A1}" srcOrd="0" destOrd="0" presId="urn:microsoft.com/office/officeart/2005/8/layout/orgChart1"/>
    <dgm:cxn modelId="{251275B4-FC77-BF4F-AD7F-07287D4AA218}" type="presParOf" srcId="{DA298CC6-A846-6C45-A4A9-170167D6FB7C}" destId="{B03F5493-9C6D-0D4F-9AA1-0AC492F34AED}" srcOrd="1" destOrd="0" presId="urn:microsoft.com/office/officeart/2005/8/layout/orgChart1"/>
    <dgm:cxn modelId="{A5682ED8-E9B0-7C4F-883E-ABB74FEE0F58}" type="presParOf" srcId="{B03F5493-9C6D-0D4F-9AA1-0AC492F34AED}" destId="{9B2E8088-C87C-4146-95B5-7E402E24BB60}" srcOrd="0" destOrd="0" presId="urn:microsoft.com/office/officeart/2005/8/layout/orgChart1"/>
    <dgm:cxn modelId="{AABFE8E6-0FF6-CA41-8616-5478820A6C0D}" type="presParOf" srcId="{9B2E8088-C87C-4146-95B5-7E402E24BB60}" destId="{DE6C9F4C-C6CB-0D4C-94E4-B1FE7F0DA9AD}" srcOrd="0" destOrd="0" presId="urn:microsoft.com/office/officeart/2005/8/layout/orgChart1"/>
    <dgm:cxn modelId="{60FFCC39-6504-F246-914D-7860AF02B42B}" type="presParOf" srcId="{9B2E8088-C87C-4146-95B5-7E402E24BB60}" destId="{832A60A7-0EA1-8E4B-9987-00EB17CB2889}" srcOrd="1" destOrd="0" presId="urn:microsoft.com/office/officeart/2005/8/layout/orgChart1"/>
    <dgm:cxn modelId="{50A113F4-466C-4B41-A326-723FA4910C65}" type="presParOf" srcId="{B03F5493-9C6D-0D4F-9AA1-0AC492F34AED}" destId="{1EAC008F-95D3-7C4D-974D-2C32D02B6FCF}" srcOrd="1" destOrd="0" presId="urn:microsoft.com/office/officeart/2005/8/layout/orgChart1"/>
    <dgm:cxn modelId="{420C4C3C-3101-0947-988E-2CACBC0C96DE}" type="presParOf" srcId="{1EAC008F-95D3-7C4D-974D-2C32D02B6FCF}" destId="{E4E90E3E-2731-F042-9D37-DB9F9BCE6BC5}" srcOrd="0" destOrd="0" presId="urn:microsoft.com/office/officeart/2005/8/layout/orgChart1"/>
    <dgm:cxn modelId="{8F3F5819-D89C-094A-B745-DC5574911F1F}" type="presParOf" srcId="{1EAC008F-95D3-7C4D-974D-2C32D02B6FCF}" destId="{E8914627-8B2D-874A-9A44-A4B68C1CC0C9}" srcOrd="1" destOrd="0" presId="urn:microsoft.com/office/officeart/2005/8/layout/orgChart1"/>
    <dgm:cxn modelId="{4414EF60-830A-3F4F-BE94-F95E3E15C3A2}" type="presParOf" srcId="{E8914627-8B2D-874A-9A44-A4B68C1CC0C9}" destId="{E3FB8891-7317-B744-8A16-DF74D3AC317A}" srcOrd="0" destOrd="0" presId="urn:microsoft.com/office/officeart/2005/8/layout/orgChart1"/>
    <dgm:cxn modelId="{48066D27-D8E1-9D4C-B8AF-2C3A29A5A6BA}" type="presParOf" srcId="{E3FB8891-7317-B744-8A16-DF74D3AC317A}" destId="{2ACFABD4-55C1-4D48-9483-72FE8BF75A07}" srcOrd="0" destOrd="0" presId="urn:microsoft.com/office/officeart/2005/8/layout/orgChart1"/>
    <dgm:cxn modelId="{0DC2A45B-E051-9940-8BDE-0748B1425F2E}" type="presParOf" srcId="{E3FB8891-7317-B744-8A16-DF74D3AC317A}" destId="{BB070FBD-86B4-D843-B695-7C941D5C7CFC}" srcOrd="1" destOrd="0" presId="urn:microsoft.com/office/officeart/2005/8/layout/orgChart1"/>
    <dgm:cxn modelId="{D5FABD74-0B25-B346-ACA9-70D9439A966A}" type="presParOf" srcId="{E8914627-8B2D-874A-9A44-A4B68C1CC0C9}" destId="{48DC053F-EB31-A446-94FF-8A19A4C5B45F}" srcOrd="1" destOrd="0" presId="urn:microsoft.com/office/officeart/2005/8/layout/orgChart1"/>
    <dgm:cxn modelId="{4075EDAD-DCDF-174B-AB52-9FE30AA23E48}" type="presParOf" srcId="{48DC053F-EB31-A446-94FF-8A19A4C5B45F}" destId="{91F0C1BD-D8D7-024B-A8D6-8FEAE33632DB}" srcOrd="0" destOrd="0" presId="urn:microsoft.com/office/officeart/2005/8/layout/orgChart1"/>
    <dgm:cxn modelId="{076C940C-6E3D-554E-8B9F-EBCD9927C5FA}" type="presParOf" srcId="{48DC053F-EB31-A446-94FF-8A19A4C5B45F}" destId="{E883AC9C-E8E2-7941-9A50-EFD0FAD5116D}" srcOrd="1" destOrd="0" presId="urn:microsoft.com/office/officeart/2005/8/layout/orgChart1"/>
    <dgm:cxn modelId="{AEC8277E-136B-B041-BDB0-FB5C0B97624D}" type="presParOf" srcId="{E883AC9C-E8E2-7941-9A50-EFD0FAD5116D}" destId="{A7ED8C3A-7574-BD49-A73F-AAD8484808C7}" srcOrd="0" destOrd="0" presId="urn:microsoft.com/office/officeart/2005/8/layout/orgChart1"/>
    <dgm:cxn modelId="{F436A2FE-47FA-9A47-84E4-141C921AEE67}" type="presParOf" srcId="{A7ED8C3A-7574-BD49-A73F-AAD8484808C7}" destId="{BFE41C2E-8917-FC47-8728-AC8D9B66C971}" srcOrd="0" destOrd="0" presId="urn:microsoft.com/office/officeart/2005/8/layout/orgChart1"/>
    <dgm:cxn modelId="{D7CA4921-9FFB-B943-8195-CFFDAC63495F}" type="presParOf" srcId="{A7ED8C3A-7574-BD49-A73F-AAD8484808C7}" destId="{016FBA2C-8D46-C547-9569-E590155CBBAD}" srcOrd="1" destOrd="0" presId="urn:microsoft.com/office/officeart/2005/8/layout/orgChart1"/>
    <dgm:cxn modelId="{0DD58E16-5F92-764E-91D6-470B16BA66D3}" type="presParOf" srcId="{E883AC9C-E8E2-7941-9A50-EFD0FAD5116D}" destId="{B781DD00-362F-AD41-AC55-059A36D884ED}" srcOrd="1" destOrd="0" presId="urn:microsoft.com/office/officeart/2005/8/layout/orgChart1"/>
    <dgm:cxn modelId="{BC1119F5-EA82-2840-A7A4-50C99AE70C42}" type="presParOf" srcId="{B781DD00-362F-AD41-AC55-059A36D884ED}" destId="{F275A898-D448-9F44-A779-86D1C9635402}" srcOrd="0" destOrd="0" presId="urn:microsoft.com/office/officeart/2005/8/layout/orgChart1"/>
    <dgm:cxn modelId="{6B6FE70A-65EE-3941-8C8A-9A894F2CC2BE}" type="presParOf" srcId="{B781DD00-362F-AD41-AC55-059A36D884ED}" destId="{C14DBD01-2F94-3E49-990A-ABF1923DA936}" srcOrd="1" destOrd="0" presId="urn:microsoft.com/office/officeart/2005/8/layout/orgChart1"/>
    <dgm:cxn modelId="{E9E816C0-B5C3-7248-97B2-B6BD8C10383E}" type="presParOf" srcId="{C14DBD01-2F94-3E49-990A-ABF1923DA936}" destId="{DA62EEAF-AD34-8D49-A855-5B46928D0656}" srcOrd="0" destOrd="0" presId="urn:microsoft.com/office/officeart/2005/8/layout/orgChart1"/>
    <dgm:cxn modelId="{75406E51-D5FA-2444-AB2A-0C21E1FF60B1}" type="presParOf" srcId="{DA62EEAF-AD34-8D49-A855-5B46928D0656}" destId="{E59B3C57-CCDF-7A4D-BFD8-CEF43CB6625C}" srcOrd="0" destOrd="0" presId="urn:microsoft.com/office/officeart/2005/8/layout/orgChart1"/>
    <dgm:cxn modelId="{044CBF36-EB36-4E47-B680-D3F464A4B52F}" type="presParOf" srcId="{DA62EEAF-AD34-8D49-A855-5B46928D0656}" destId="{7EA60E6F-7C44-A745-9A52-B928D17F7BE5}" srcOrd="1" destOrd="0" presId="urn:microsoft.com/office/officeart/2005/8/layout/orgChart1"/>
    <dgm:cxn modelId="{2ACDCCB4-7D69-7343-814F-64A53627B399}" type="presParOf" srcId="{C14DBD01-2F94-3E49-990A-ABF1923DA936}" destId="{ABA2805E-9E08-6C40-9D62-E45AB88552E8}" srcOrd="1" destOrd="0" presId="urn:microsoft.com/office/officeart/2005/8/layout/orgChart1"/>
    <dgm:cxn modelId="{7A01472D-8F4D-504D-BAAC-4E3621F89DC5}" type="presParOf" srcId="{ABA2805E-9E08-6C40-9D62-E45AB88552E8}" destId="{DE946943-C1D1-2342-855F-B68AB6521502}" srcOrd="0" destOrd="0" presId="urn:microsoft.com/office/officeart/2005/8/layout/orgChart1"/>
    <dgm:cxn modelId="{6D8E058C-BAD8-8145-915D-5F1F1A8ABDF7}" type="presParOf" srcId="{ABA2805E-9E08-6C40-9D62-E45AB88552E8}" destId="{C6FF231B-ACDE-DE46-AE53-109C151DEAA0}" srcOrd="1" destOrd="0" presId="urn:microsoft.com/office/officeart/2005/8/layout/orgChart1"/>
    <dgm:cxn modelId="{4FCD5ED0-8DC2-C148-95AB-170BB53B6979}" type="presParOf" srcId="{C6FF231B-ACDE-DE46-AE53-109C151DEAA0}" destId="{FBAC7820-F3D2-B945-84B0-CBB3BEED3938}" srcOrd="0" destOrd="0" presId="urn:microsoft.com/office/officeart/2005/8/layout/orgChart1"/>
    <dgm:cxn modelId="{2BB4DA9A-198E-E84E-9F90-B5ED0E177A57}" type="presParOf" srcId="{FBAC7820-F3D2-B945-84B0-CBB3BEED3938}" destId="{1A807BE5-728A-F846-9952-204DC8BF9425}" srcOrd="0" destOrd="0" presId="urn:microsoft.com/office/officeart/2005/8/layout/orgChart1"/>
    <dgm:cxn modelId="{C62C9639-050E-EE4F-984B-01D7898C7096}" type="presParOf" srcId="{FBAC7820-F3D2-B945-84B0-CBB3BEED3938}" destId="{64A5FAE3-276B-824E-83AC-DA342364A8B0}" srcOrd="1" destOrd="0" presId="urn:microsoft.com/office/officeart/2005/8/layout/orgChart1"/>
    <dgm:cxn modelId="{D140E7DC-47E2-E940-9420-88DF72A18880}" type="presParOf" srcId="{C6FF231B-ACDE-DE46-AE53-109C151DEAA0}" destId="{AB8DE166-3659-B643-B364-E68F29F4FF0B}" srcOrd="1" destOrd="0" presId="urn:microsoft.com/office/officeart/2005/8/layout/orgChart1"/>
    <dgm:cxn modelId="{E9F4E8EB-1C9E-C749-8451-7CF515B50DC6}" type="presParOf" srcId="{C6FF231B-ACDE-DE46-AE53-109C151DEAA0}" destId="{095F057A-463E-204C-83BD-BD342F9AB879}" srcOrd="2" destOrd="0" presId="urn:microsoft.com/office/officeart/2005/8/layout/orgChart1"/>
    <dgm:cxn modelId="{5A82C327-00A3-DD4D-AD16-7D4244CD2D62}" type="presParOf" srcId="{C14DBD01-2F94-3E49-990A-ABF1923DA936}" destId="{1C1EF752-C217-2E42-848E-DEDB3EDF35D6}" srcOrd="2" destOrd="0" presId="urn:microsoft.com/office/officeart/2005/8/layout/orgChart1"/>
    <dgm:cxn modelId="{5C2A0A6E-1769-9043-A7C9-00C630BCF84C}" type="presParOf" srcId="{B781DD00-362F-AD41-AC55-059A36D884ED}" destId="{508EF1F2-E20C-A346-AF68-DEA11D1950D7}" srcOrd="2" destOrd="0" presId="urn:microsoft.com/office/officeart/2005/8/layout/orgChart1"/>
    <dgm:cxn modelId="{2522CFE4-5E34-CA48-AFF1-93EA00B53DBB}" type="presParOf" srcId="{B781DD00-362F-AD41-AC55-059A36D884ED}" destId="{6103119D-CC1D-804C-9B5B-ED3756BE3144}" srcOrd="3" destOrd="0" presId="urn:microsoft.com/office/officeart/2005/8/layout/orgChart1"/>
    <dgm:cxn modelId="{48C84D98-94FD-0D47-A07D-B9798CD0D3F8}" type="presParOf" srcId="{6103119D-CC1D-804C-9B5B-ED3756BE3144}" destId="{87AE8632-6475-E34E-AAC4-A7DA16AC2934}" srcOrd="0" destOrd="0" presId="urn:microsoft.com/office/officeart/2005/8/layout/orgChart1"/>
    <dgm:cxn modelId="{7991DFA7-5C9D-8C49-B593-5B567BFBF256}" type="presParOf" srcId="{87AE8632-6475-E34E-AAC4-A7DA16AC2934}" destId="{9446DCA9-FACE-7C46-80B6-C5E3A7A1119B}" srcOrd="0" destOrd="0" presId="urn:microsoft.com/office/officeart/2005/8/layout/orgChart1"/>
    <dgm:cxn modelId="{64BDE38A-AA3D-6047-9569-72B66C9F9596}" type="presParOf" srcId="{87AE8632-6475-E34E-AAC4-A7DA16AC2934}" destId="{FBC9BDE3-C8E9-BC4C-BB5A-016AE7D387D0}" srcOrd="1" destOrd="0" presId="urn:microsoft.com/office/officeart/2005/8/layout/orgChart1"/>
    <dgm:cxn modelId="{B8130742-3201-9A46-8FCB-49E4756F2FDF}" type="presParOf" srcId="{6103119D-CC1D-804C-9B5B-ED3756BE3144}" destId="{B219F7FF-9740-4C4D-89FA-285B96036274}" srcOrd="1" destOrd="0" presId="urn:microsoft.com/office/officeart/2005/8/layout/orgChart1"/>
    <dgm:cxn modelId="{575E87E9-D5BC-3D40-B8C2-4EF05B5C5977}" type="presParOf" srcId="{B219F7FF-9740-4C4D-89FA-285B96036274}" destId="{003E4100-2566-C543-8695-F70ED0C8B034}" srcOrd="0" destOrd="0" presId="urn:microsoft.com/office/officeart/2005/8/layout/orgChart1"/>
    <dgm:cxn modelId="{90591B8B-B6F9-4242-9338-457432A1E17C}" type="presParOf" srcId="{B219F7FF-9740-4C4D-89FA-285B96036274}" destId="{A3A77310-7B8F-7348-B69A-2E34C14E37E6}" srcOrd="1" destOrd="0" presId="urn:microsoft.com/office/officeart/2005/8/layout/orgChart1"/>
    <dgm:cxn modelId="{75DEABB2-F982-2E48-8D56-E02AB04E6857}" type="presParOf" srcId="{A3A77310-7B8F-7348-B69A-2E34C14E37E6}" destId="{3DFD2F3B-9077-D948-9929-181865407EC2}" srcOrd="0" destOrd="0" presId="urn:microsoft.com/office/officeart/2005/8/layout/orgChart1"/>
    <dgm:cxn modelId="{2A6B4865-9980-FD4A-A903-F58490F31AC0}" type="presParOf" srcId="{3DFD2F3B-9077-D948-9929-181865407EC2}" destId="{EF953B74-D73F-EA4F-BEC7-402B98075E57}" srcOrd="0" destOrd="0" presId="urn:microsoft.com/office/officeart/2005/8/layout/orgChart1"/>
    <dgm:cxn modelId="{698CD33C-7693-0342-B6CB-794DD953395B}" type="presParOf" srcId="{3DFD2F3B-9077-D948-9929-181865407EC2}" destId="{A8C372A5-8EE1-2941-A294-47FBDD7AEBA5}" srcOrd="1" destOrd="0" presId="urn:microsoft.com/office/officeart/2005/8/layout/orgChart1"/>
    <dgm:cxn modelId="{1E5935CB-BD15-714A-AD3E-69171A691EA6}" type="presParOf" srcId="{A3A77310-7B8F-7348-B69A-2E34C14E37E6}" destId="{8321CABD-D17A-8649-AEAA-2D9B298CA354}" srcOrd="1" destOrd="0" presId="urn:microsoft.com/office/officeart/2005/8/layout/orgChart1"/>
    <dgm:cxn modelId="{A6E4FBAE-12E8-C34A-BA86-811992839BBC}" type="presParOf" srcId="{8321CABD-D17A-8649-AEAA-2D9B298CA354}" destId="{686EFB0C-4C15-8349-AEFB-C8A15361CCB0}" srcOrd="0" destOrd="0" presId="urn:microsoft.com/office/officeart/2005/8/layout/orgChart1"/>
    <dgm:cxn modelId="{A52E0BA0-50DD-D64C-89A0-CB2848D0D0A1}" type="presParOf" srcId="{8321CABD-D17A-8649-AEAA-2D9B298CA354}" destId="{CD06E75F-05C8-6946-A647-044C0CE5B16C}" srcOrd="1" destOrd="0" presId="urn:microsoft.com/office/officeart/2005/8/layout/orgChart1"/>
    <dgm:cxn modelId="{EFC9F70E-B6E3-2D46-887D-3991F85EF29E}" type="presParOf" srcId="{CD06E75F-05C8-6946-A647-044C0CE5B16C}" destId="{9EBBF8D7-826E-EA41-962E-4465A84D115A}" srcOrd="0" destOrd="0" presId="urn:microsoft.com/office/officeart/2005/8/layout/orgChart1"/>
    <dgm:cxn modelId="{72AB8012-6C82-6647-8927-1DFF25C69BFA}" type="presParOf" srcId="{9EBBF8D7-826E-EA41-962E-4465A84D115A}" destId="{D777CD76-41ED-FA44-BCF4-817E4FB3FEDE}" srcOrd="0" destOrd="0" presId="urn:microsoft.com/office/officeart/2005/8/layout/orgChart1"/>
    <dgm:cxn modelId="{FF32CDFC-92BD-A443-88C6-2F45462CF5E8}" type="presParOf" srcId="{9EBBF8D7-826E-EA41-962E-4465A84D115A}" destId="{60C7A40B-AFE7-5245-BA46-EFA84416DF76}" srcOrd="1" destOrd="0" presId="urn:microsoft.com/office/officeart/2005/8/layout/orgChart1"/>
    <dgm:cxn modelId="{9148B347-F28C-EF43-97A3-A90134D6E882}" type="presParOf" srcId="{CD06E75F-05C8-6946-A647-044C0CE5B16C}" destId="{E6FFE1F3-7AA1-D242-B718-FC7BAD5316E6}" srcOrd="1" destOrd="0" presId="urn:microsoft.com/office/officeart/2005/8/layout/orgChart1"/>
    <dgm:cxn modelId="{19D65A9F-DD77-0A40-B38E-363D3054FEAF}" type="presParOf" srcId="{CD06E75F-05C8-6946-A647-044C0CE5B16C}" destId="{FA007B05-340F-4D49-A7B0-3A38A7C357FC}" srcOrd="2" destOrd="0" presId="urn:microsoft.com/office/officeart/2005/8/layout/orgChart1"/>
    <dgm:cxn modelId="{7D84DD2B-1094-6C43-9B5F-8A1CCABE1361}" type="presParOf" srcId="{A3A77310-7B8F-7348-B69A-2E34C14E37E6}" destId="{1CA0C1A9-0F3E-5349-978D-99A879C18003}" srcOrd="2" destOrd="0" presId="urn:microsoft.com/office/officeart/2005/8/layout/orgChart1"/>
    <dgm:cxn modelId="{29AA443A-2E20-5247-A82C-1CCBE91E25A5}" type="presParOf" srcId="{B219F7FF-9740-4C4D-89FA-285B96036274}" destId="{493E069C-5C5C-1945-8421-924BCF5BF993}" srcOrd="2" destOrd="0" presId="urn:microsoft.com/office/officeart/2005/8/layout/orgChart1"/>
    <dgm:cxn modelId="{ABABD21D-DE2B-9B43-AAF5-A5A9E29659FB}" type="presParOf" srcId="{B219F7FF-9740-4C4D-89FA-285B96036274}" destId="{EAAB75C0-1DB4-E541-9440-99EBEBA1B241}" srcOrd="3" destOrd="0" presId="urn:microsoft.com/office/officeart/2005/8/layout/orgChart1"/>
    <dgm:cxn modelId="{03FDB7DE-454A-DA40-B9FA-F5F16CBD734C}" type="presParOf" srcId="{EAAB75C0-1DB4-E541-9440-99EBEBA1B241}" destId="{ED47E5EF-BDAD-0A47-8713-216C7BB40940}" srcOrd="0" destOrd="0" presId="urn:microsoft.com/office/officeart/2005/8/layout/orgChart1"/>
    <dgm:cxn modelId="{C2347D90-F06F-1848-ADB1-097A7A7C9821}" type="presParOf" srcId="{ED47E5EF-BDAD-0A47-8713-216C7BB40940}" destId="{BFFA47B3-A880-1A40-90A9-793AB1422969}" srcOrd="0" destOrd="0" presId="urn:microsoft.com/office/officeart/2005/8/layout/orgChart1"/>
    <dgm:cxn modelId="{29F2D3D5-9F17-A04C-B7B3-548B3C4C2AC5}" type="presParOf" srcId="{ED47E5EF-BDAD-0A47-8713-216C7BB40940}" destId="{51F5E7FD-E89A-0A42-BB96-BC612B4DE5D8}" srcOrd="1" destOrd="0" presId="urn:microsoft.com/office/officeart/2005/8/layout/orgChart1"/>
    <dgm:cxn modelId="{DABA3CBD-B439-6440-A5DD-FBC4B8EAB0D5}" type="presParOf" srcId="{EAAB75C0-1DB4-E541-9440-99EBEBA1B241}" destId="{B1E6ABDF-6A9D-9A48-AE62-E48D33D2E610}" srcOrd="1" destOrd="0" presId="urn:microsoft.com/office/officeart/2005/8/layout/orgChart1"/>
    <dgm:cxn modelId="{1E1B2311-2F76-574C-90B6-09135238DE53}" type="presParOf" srcId="{B1E6ABDF-6A9D-9A48-AE62-E48D33D2E610}" destId="{CD8A1912-062E-A946-932A-D82D02491C1E}" srcOrd="0" destOrd="0" presId="urn:microsoft.com/office/officeart/2005/8/layout/orgChart1"/>
    <dgm:cxn modelId="{7A981018-B7B2-3E47-B064-E16E9734F9DA}" type="presParOf" srcId="{B1E6ABDF-6A9D-9A48-AE62-E48D33D2E610}" destId="{0629D8FE-C090-5C4B-993A-225DBD153F5C}" srcOrd="1" destOrd="0" presId="urn:microsoft.com/office/officeart/2005/8/layout/orgChart1"/>
    <dgm:cxn modelId="{203ED5F4-FF5C-844B-B2DB-FA88CF15B302}" type="presParOf" srcId="{0629D8FE-C090-5C4B-993A-225DBD153F5C}" destId="{880761F9-3295-D54D-B63F-D03EC3F4EC8F}" srcOrd="0" destOrd="0" presId="urn:microsoft.com/office/officeart/2005/8/layout/orgChart1"/>
    <dgm:cxn modelId="{73F92BF8-AAFF-9F4C-B705-C66EC9BB9891}" type="presParOf" srcId="{880761F9-3295-D54D-B63F-D03EC3F4EC8F}" destId="{E9EA505A-87F1-AC40-99F2-F33EB3A8750C}" srcOrd="0" destOrd="0" presId="urn:microsoft.com/office/officeart/2005/8/layout/orgChart1"/>
    <dgm:cxn modelId="{A78B9EB1-9F49-894A-9FF7-ACAA55FFC97A}" type="presParOf" srcId="{880761F9-3295-D54D-B63F-D03EC3F4EC8F}" destId="{082D0131-7010-0240-960B-73B328B4432F}" srcOrd="1" destOrd="0" presId="urn:microsoft.com/office/officeart/2005/8/layout/orgChart1"/>
    <dgm:cxn modelId="{A783B79E-C2AF-9C41-BB78-8F7D321EB386}" type="presParOf" srcId="{0629D8FE-C090-5C4B-993A-225DBD153F5C}" destId="{48859659-69B3-B74A-A128-0B61B382B936}" srcOrd="1" destOrd="0" presId="urn:microsoft.com/office/officeart/2005/8/layout/orgChart1"/>
    <dgm:cxn modelId="{FA43D65D-D916-7842-B97A-FB468E7ACC6F}" type="presParOf" srcId="{0629D8FE-C090-5C4B-993A-225DBD153F5C}" destId="{8EDC7691-FD5A-9146-87D3-FDE39F295A97}" srcOrd="2" destOrd="0" presId="urn:microsoft.com/office/officeart/2005/8/layout/orgChart1"/>
    <dgm:cxn modelId="{3B0A5E15-B82F-A148-9DC1-F21D59B04F7B}" type="presParOf" srcId="{EAAB75C0-1DB4-E541-9440-99EBEBA1B241}" destId="{FB09C41D-281B-FF49-8AAE-D1D5E89DB713}" srcOrd="2" destOrd="0" presId="urn:microsoft.com/office/officeart/2005/8/layout/orgChart1"/>
    <dgm:cxn modelId="{D61B7BF2-C3CF-A246-9C29-E8778B1C0A36}" type="presParOf" srcId="{6103119D-CC1D-804C-9B5B-ED3756BE3144}" destId="{3781E50C-778B-5D4E-AB82-07F0B4638562}" srcOrd="2" destOrd="0" presId="urn:microsoft.com/office/officeart/2005/8/layout/orgChart1"/>
    <dgm:cxn modelId="{3A7165CA-8729-1C47-AA67-37ECF1E8E3A3}" type="presParOf" srcId="{E883AC9C-E8E2-7941-9A50-EFD0FAD5116D}" destId="{2E41E382-3E62-764E-B1EB-AE1647ED195C}" srcOrd="2" destOrd="0" presId="urn:microsoft.com/office/officeart/2005/8/layout/orgChart1"/>
    <dgm:cxn modelId="{9A8B3462-58DA-3241-8AF8-EB0878D52691}" type="presParOf" srcId="{E8914627-8B2D-874A-9A44-A4B68C1CC0C9}" destId="{CCE0E6E9-0E5D-C24C-9236-7F9E7AA067CB}" srcOrd="2" destOrd="0" presId="urn:microsoft.com/office/officeart/2005/8/layout/orgChart1"/>
    <dgm:cxn modelId="{3B728F8A-F510-034F-9E3B-D29321F5E879}" type="presParOf" srcId="{B03F5493-9C6D-0D4F-9AA1-0AC492F34AED}" destId="{95A1A6F3-8DB4-8841-8AC8-6FCEE7D7386D}" srcOrd="2" destOrd="0" presId="urn:microsoft.com/office/officeart/2005/8/layout/orgChart1"/>
    <dgm:cxn modelId="{8C2E943C-D280-624C-837D-7B16FC158BEC}" type="presParOf" srcId="{DA298CC6-A846-6C45-A4A9-170167D6FB7C}" destId="{FD0D9FDB-ABBC-BC4E-85F2-0C047BABA496}" srcOrd="2" destOrd="0" presId="urn:microsoft.com/office/officeart/2005/8/layout/orgChart1"/>
    <dgm:cxn modelId="{4A692969-E010-D04C-9D45-5D8D32833C82}" type="presParOf" srcId="{DA298CC6-A846-6C45-A4A9-170167D6FB7C}" destId="{30740223-C0DA-1442-989A-D97814BFF96E}" srcOrd="3" destOrd="0" presId="urn:microsoft.com/office/officeart/2005/8/layout/orgChart1"/>
    <dgm:cxn modelId="{3D9898FC-CF4D-8B47-91EB-1A34EA1A62F4}" type="presParOf" srcId="{30740223-C0DA-1442-989A-D97814BFF96E}" destId="{B54357C5-5D96-B94C-8485-474AF2D9BB97}" srcOrd="0" destOrd="0" presId="urn:microsoft.com/office/officeart/2005/8/layout/orgChart1"/>
    <dgm:cxn modelId="{8ED1F52B-0D9B-D040-9394-4D53030B571C}" type="presParOf" srcId="{B54357C5-5D96-B94C-8485-474AF2D9BB97}" destId="{9EF9B02D-DF4F-FE4B-A317-D93D4581F5DD}" srcOrd="0" destOrd="0" presId="urn:microsoft.com/office/officeart/2005/8/layout/orgChart1"/>
    <dgm:cxn modelId="{F755DBB0-495A-7149-8B19-F6E7EE17C651}" type="presParOf" srcId="{B54357C5-5D96-B94C-8485-474AF2D9BB97}" destId="{A1F2AF92-E7A6-0342-86A2-8A7A0F5DCEFE}" srcOrd="1" destOrd="0" presId="urn:microsoft.com/office/officeart/2005/8/layout/orgChart1"/>
    <dgm:cxn modelId="{86C9D02B-6A84-E343-8524-90F6FF372B92}" type="presParOf" srcId="{30740223-C0DA-1442-989A-D97814BFF96E}" destId="{8E0061CF-C95E-EB42-927A-DA62A60EC04A}" srcOrd="1" destOrd="0" presId="urn:microsoft.com/office/officeart/2005/8/layout/orgChart1"/>
    <dgm:cxn modelId="{06D427F9-6A05-584B-B842-196E709E666C}" type="presParOf" srcId="{8E0061CF-C95E-EB42-927A-DA62A60EC04A}" destId="{B107A14B-4BDC-424C-B93A-32A74608922E}" srcOrd="0" destOrd="0" presId="urn:microsoft.com/office/officeart/2005/8/layout/orgChart1"/>
    <dgm:cxn modelId="{AB5C5147-319D-874B-9D54-4601F345F77E}" type="presParOf" srcId="{8E0061CF-C95E-EB42-927A-DA62A60EC04A}" destId="{3EA20CFE-AFB1-8044-B56F-D7DB3D26A08D}" srcOrd="1" destOrd="0" presId="urn:microsoft.com/office/officeart/2005/8/layout/orgChart1"/>
    <dgm:cxn modelId="{3037CC0F-5603-4C4A-9147-850141D94B9D}" type="presParOf" srcId="{3EA20CFE-AFB1-8044-B56F-D7DB3D26A08D}" destId="{010BCCCA-8217-8F42-A35B-C9AA0BBF52FF}" srcOrd="0" destOrd="0" presId="urn:microsoft.com/office/officeart/2005/8/layout/orgChart1"/>
    <dgm:cxn modelId="{361926F2-D355-9E49-85BC-A6B3403EFAFC}" type="presParOf" srcId="{010BCCCA-8217-8F42-A35B-C9AA0BBF52FF}" destId="{D55E269D-B4C0-3F45-A93B-177535A1B8C1}" srcOrd="0" destOrd="0" presId="urn:microsoft.com/office/officeart/2005/8/layout/orgChart1"/>
    <dgm:cxn modelId="{F18A7978-4E9A-9747-B760-3E9E307B8905}" type="presParOf" srcId="{010BCCCA-8217-8F42-A35B-C9AA0BBF52FF}" destId="{8646DED7-BCDB-D94E-81C4-D531B7C82F40}" srcOrd="1" destOrd="0" presId="urn:microsoft.com/office/officeart/2005/8/layout/orgChart1"/>
    <dgm:cxn modelId="{22471A1C-72D0-534B-A37E-D4088519868F}" type="presParOf" srcId="{3EA20CFE-AFB1-8044-B56F-D7DB3D26A08D}" destId="{40F27BA6-74B5-E143-B5C6-1CAC9C29E2BE}" srcOrd="1" destOrd="0" presId="urn:microsoft.com/office/officeart/2005/8/layout/orgChart1"/>
    <dgm:cxn modelId="{3F377635-EFA5-3340-8BA1-1FFE2BCF0BF6}" type="presParOf" srcId="{40F27BA6-74B5-E143-B5C6-1CAC9C29E2BE}" destId="{0A9BB3C7-4C67-1949-B4BE-EA2602A580B8}" srcOrd="0" destOrd="0" presId="urn:microsoft.com/office/officeart/2005/8/layout/orgChart1"/>
    <dgm:cxn modelId="{CD05AEBB-3924-DD4D-B2F0-68D45C4AE616}" type="presParOf" srcId="{40F27BA6-74B5-E143-B5C6-1CAC9C29E2BE}" destId="{34D89C0C-FF4F-7E4C-9633-616825C3B6C5}" srcOrd="1" destOrd="0" presId="urn:microsoft.com/office/officeart/2005/8/layout/orgChart1"/>
    <dgm:cxn modelId="{532855F0-019A-B240-BC42-42CE583396DB}" type="presParOf" srcId="{34D89C0C-FF4F-7E4C-9633-616825C3B6C5}" destId="{12B490D0-4E56-2C49-A1B7-184A049CBF08}" srcOrd="0" destOrd="0" presId="urn:microsoft.com/office/officeart/2005/8/layout/orgChart1"/>
    <dgm:cxn modelId="{C823D590-9D6C-4543-B3DD-9BAF25D5E11D}" type="presParOf" srcId="{12B490D0-4E56-2C49-A1B7-184A049CBF08}" destId="{00AE9B91-0C5D-3A4C-B346-78F629125E86}" srcOrd="0" destOrd="0" presId="urn:microsoft.com/office/officeart/2005/8/layout/orgChart1"/>
    <dgm:cxn modelId="{332FB4FA-D18D-474E-8C73-60144DA2D141}" type="presParOf" srcId="{12B490D0-4E56-2C49-A1B7-184A049CBF08}" destId="{DDB89DC2-8370-B140-8A6E-C135625DDA63}" srcOrd="1" destOrd="0" presId="urn:microsoft.com/office/officeart/2005/8/layout/orgChart1"/>
    <dgm:cxn modelId="{697F34CB-7F0D-9340-AFA9-260E84914705}" type="presParOf" srcId="{34D89C0C-FF4F-7E4C-9633-616825C3B6C5}" destId="{091BECA7-4C02-1B42-95AD-13EA92CF0507}" srcOrd="1" destOrd="0" presId="urn:microsoft.com/office/officeart/2005/8/layout/orgChart1"/>
    <dgm:cxn modelId="{5DAACACD-BE50-9F4B-86B7-8CED5695073E}" type="presParOf" srcId="{34D89C0C-FF4F-7E4C-9633-616825C3B6C5}" destId="{33FD426D-E771-5A42-AE82-86602A75E661}" srcOrd="2" destOrd="0" presId="urn:microsoft.com/office/officeart/2005/8/layout/orgChart1"/>
    <dgm:cxn modelId="{1FBE11A0-D906-A849-B087-38F5C8ED3DC1}" type="presParOf" srcId="{3EA20CFE-AFB1-8044-B56F-D7DB3D26A08D}" destId="{8AA2CAE3-560A-054C-92BC-4F93A35F6902}" srcOrd="2" destOrd="0" presId="urn:microsoft.com/office/officeart/2005/8/layout/orgChart1"/>
    <dgm:cxn modelId="{A4282DBC-9E6E-A74E-B5DF-C2EF4A9BE907}" type="presParOf" srcId="{30740223-C0DA-1442-989A-D97814BFF96E}" destId="{E3C5709F-505A-9C4F-A00E-309C04FBD2C4}" srcOrd="2" destOrd="0" presId="urn:microsoft.com/office/officeart/2005/8/layout/orgChart1"/>
    <dgm:cxn modelId="{A5838387-8276-8C47-BC6C-2786D20F969E}" type="presParOf" srcId="{C5F295DC-89E7-E143-BD86-0B77D55163A5}" destId="{2E031949-AE1F-8741-A8D0-4686B91A1CA5}" srcOrd="2" destOrd="0" presId="urn:microsoft.com/office/officeart/2005/8/layout/orgChart1"/>
    <dgm:cxn modelId="{D3A0A035-5AB3-A047-BF56-C19B9DB43FF8}" type="presParOf" srcId="{CDA30940-E071-4942-8319-0F0B6FD14E84}" destId="{6EC6539B-53D6-B74E-85EE-B09D6543D857}" srcOrd="2" destOrd="0" presId="urn:microsoft.com/office/officeart/2005/8/layout/orgChart1"/>
    <dgm:cxn modelId="{7528D627-AB1C-6949-8D7A-1178A67FA017}" type="presParOf" srcId="{F3AA77AE-4571-9444-807D-FFCD2A672B02}" destId="{57E2E5B2-BBC6-A747-9536-B1E16FFD5464}" srcOrd="2" destOrd="0" presId="urn:microsoft.com/office/officeart/2005/8/layout/orgChart1"/>
    <dgm:cxn modelId="{220CD83A-BFBC-1C40-925A-D36DF8054630}" type="presParOf" srcId="{A996F44D-3D24-B443-8A54-15E73AA98007}" destId="{0BE49338-4E31-7841-A977-2966EB3FE35D}" srcOrd="2" destOrd="0" presId="urn:microsoft.com/office/officeart/2005/8/layout/orgChart1"/>
    <dgm:cxn modelId="{5674A9AB-226A-6C43-8C39-9456462565AB}" type="presParOf" srcId="{A996F44D-3D24-B443-8A54-15E73AA98007}" destId="{FD2C89AA-DEEF-B148-A3EA-93D6D5D76C02}" srcOrd="3" destOrd="0" presId="urn:microsoft.com/office/officeart/2005/8/layout/orgChart1"/>
    <dgm:cxn modelId="{08C6FAB0-250B-624F-935E-3DEA07E209A9}" type="presParOf" srcId="{FD2C89AA-DEEF-B148-A3EA-93D6D5D76C02}" destId="{5AD928D6-AFFB-C142-9014-7EFE15269C60}" srcOrd="0" destOrd="0" presId="urn:microsoft.com/office/officeart/2005/8/layout/orgChart1"/>
    <dgm:cxn modelId="{FDC24257-5ED4-7E49-A515-3C6005A11B1A}" type="presParOf" srcId="{5AD928D6-AFFB-C142-9014-7EFE15269C60}" destId="{48497C4A-B4EC-3F41-A47A-31E293546422}" srcOrd="0" destOrd="0" presId="urn:microsoft.com/office/officeart/2005/8/layout/orgChart1"/>
    <dgm:cxn modelId="{A1C0CECF-181A-3A42-91AD-DC1B26D6BC59}" type="presParOf" srcId="{5AD928D6-AFFB-C142-9014-7EFE15269C60}" destId="{9525AC9F-A297-C74A-8316-0D6141FFB989}" srcOrd="1" destOrd="0" presId="urn:microsoft.com/office/officeart/2005/8/layout/orgChart1"/>
    <dgm:cxn modelId="{A9130C8D-2490-D244-B366-5DFC58195190}" type="presParOf" srcId="{FD2C89AA-DEEF-B148-A3EA-93D6D5D76C02}" destId="{C8BB7C00-D21D-0B44-AC94-86390B30BC1D}" srcOrd="1" destOrd="0" presId="urn:microsoft.com/office/officeart/2005/8/layout/orgChart1"/>
    <dgm:cxn modelId="{13584364-DD34-C244-9780-BE5BA1B5E21C}" type="presParOf" srcId="{C8BB7C00-D21D-0B44-AC94-86390B30BC1D}" destId="{6F7C17BA-274C-B847-A4FE-6D37E1E977EC}" srcOrd="0" destOrd="0" presId="urn:microsoft.com/office/officeart/2005/8/layout/orgChart1"/>
    <dgm:cxn modelId="{93902E2F-CAFF-D94F-962A-EC55A8902C43}" type="presParOf" srcId="{C8BB7C00-D21D-0B44-AC94-86390B30BC1D}" destId="{16B6B960-314D-DA4B-82AD-6E121CB4D706}" srcOrd="1" destOrd="0" presId="urn:microsoft.com/office/officeart/2005/8/layout/orgChart1"/>
    <dgm:cxn modelId="{9CE6A8FD-E908-374A-B37E-490C50E08C43}" type="presParOf" srcId="{16B6B960-314D-DA4B-82AD-6E121CB4D706}" destId="{A57E753A-2C50-894D-840A-A16C27E2C3F1}" srcOrd="0" destOrd="0" presId="urn:microsoft.com/office/officeart/2005/8/layout/orgChart1"/>
    <dgm:cxn modelId="{6F26044E-F636-3944-BF38-7B4432BE897A}" type="presParOf" srcId="{A57E753A-2C50-894D-840A-A16C27E2C3F1}" destId="{0F143A57-0A14-3547-A346-8DBC4163ADC4}" srcOrd="0" destOrd="0" presId="urn:microsoft.com/office/officeart/2005/8/layout/orgChart1"/>
    <dgm:cxn modelId="{5BB6A85F-B1EA-D741-9F2A-074C20A5B979}" type="presParOf" srcId="{A57E753A-2C50-894D-840A-A16C27E2C3F1}" destId="{421C4F86-8BB5-AF45-9C98-0832D52FEC30}" srcOrd="1" destOrd="0" presId="urn:microsoft.com/office/officeart/2005/8/layout/orgChart1"/>
    <dgm:cxn modelId="{42A83F07-53C6-C44F-82B0-D73B0BC775EB}" type="presParOf" srcId="{16B6B960-314D-DA4B-82AD-6E121CB4D706}" destId="{B0F57CA3-FD91-1742-ADE6-80B0CA2F360C}" srcOrd="1" destOrd="0" presId="urn:microsoft.com/office/officeart/2005/8/layout/orgChart1"/>
    <dgm:cxn modelId="{352A5607-3674-F145-9546-F509606C715C}" type="presParOf" srcId="{B0F57CA3-FD91-1742-ADE6-80B0CA2F360C}" destId="{64DB311A-4A1F-3A47-8952-B8E944014770}" srcOrd="0" destOrd="0" presId="urn:microsoft.com/office/officeart/2005/8/layout/orgChart1"/>
    <dgm:cxn modelId="{66E5DDE1-9AF6-8845-9C9B-EC0FBE3659F6}" type="presParOf" srcId="{B0F57CA3-FD91-1742-ADE6-80B0CA2F360C}" destId="{1648DD9F-D409-5449-BBF7-D7C096995784}" srcOrd="1" destOrd="0" presId="urn:microsoft.com/office/officeart/2005/8/layout/orgChart1"/>
    <dgm:cxn modelId="{8B300321-057F-2C48-BE88-AEC0970C29FA}" type="presParOf" srcId="{1648DD9F-D409-5449-BBF7-D7C096995784}" destId="{C312093C-4EEC-3B4E-BE5C-EF3F26F3F7AB}" srcOrd="0" destOrd="0" presId="urn:microsoft.com/office/officeart/2005/8/layout/orgChart1"/>
    <dgm:cxn modelId="{9007BA0E-819D-894B-ADDF-A089F10F73F9}" type="presParOf" srcId="{C312093C-4EEC-3B4E-BE5C-EF3F26F3F7AB}" destId="{C9E9F3CC-11F9-DB4B-B922-E71A4B297212}" srcOrd="0" destOrd="0" presId="urn:microsoft.com/office/officeart/2005/8/layout/orgChart1"/>
    <dgm:cxn modelId="{E16568FD-CCA3-C14C-8482-FFCA69067E3A}" type="presParOf" srcId="{C312093C-4EEC-3B4E-BE5C-EF3F26F3F7AB}" destId="{5BCFC623-90DD-3241-BB0E-FF4286C4B2BA}" srcOrd="1" destOrd="0" presId="urn:microsoft.com/office/officeart/2005/8/layout/orgChart1"/>
    <dgm:cxn modelId="{D3266AC1-D85F-614D-A63A-EE73957D38EE}" type="presParOf" srcId="{1648DD9F-D409-5449-BBF7-D7C096995784}" destId="{FEBD59AC-C5BB-0A4D-8623-3DB63A8E6F17}" srcOrd="1" destOrd="0" presId="urn:microsoft.com/office/officeart/2005/8/layout/orgChart1"/>
    <dgm:cxn modelId="{01768B54-7640-FA47-B907-0C4EF890209C}" type="presParOf" srcId="{FEBD59AC-C5BB-0A4D-8623-3DB63A8E6F17}" destId="{FACDF4A6-593E-EB41-ABD4-65D70C55C1A4}" srcOrd="0" destOrd="0" presId="urn:microsoft.com/office/officeart/2005/8/layout/orgChart1"/>
    <dgm:cxn modelId="{1047B8FC-8FC2-2D40-890D-B3F889EBECE5}" type="presParOf" srcId="{FEBD59AC-C5BB-0A4D-8623-3DB63A8E6F17}" destId="{E40861A5-C443-E748-B506-ABAD417FCE05}" srcOrd="1" destOrd="0" presId="urn:microsoft.com/office/officeart/2005/8/layout/orgChart1"/>
    <dgm:cxn modelId="{05681EA0-3515-6543-A83D-879E4309BABE}" type="presParOf" srcId="{E40861A5-C443-E748-B506-ABAD417FCE05}" destId="{0EB11348-E6AD-DA48-9399-39422AA23EDD}" srcOrd="0" destOrd="0" presId="urn:microsoft.com/office/officeart/2005/8/layout/orgChart1"/>
    <dgm:cxn modelId="{130A0F21-FBEA-AA45-AF6E-448CCC55FD2F}" type="presParOf" srcId="{0EB11348-E6AD-DA48-9399-39422AA23EDD}" destId="{FA16607D-1B81-9A48-B667-DA01C8E4BD74}" srcOrd="0" destOrd="0" presId="urn:microsoft.com/office/officeart/2005/8/layout/orgChart1"/>
    <dgm:cxn modelId="{F13D78D6-9D86-DC4D-8A1D-C0A337210C18}" type="presParOf" srcId="{0EB11348-E6AD-DA48-9399-39422AA23EDD}" destId="{16E4C15E-42C1-FC4D-9E4C-05A514DE8F32}" srcOrd="1" destOrd="0" presId="urn:microsoft.com/office/officeart/2005/8/layout/orgChart1"/>
    <dgm:cxn modelId="{1FA3024F-ECA6-D443-B420-40D2733C5F1F}" type="presParOf" srcId="{E40861A5-C443-E748-B506-ABAD417FCE05}" destId="{28729C0C-9E09-9E45-A8BA-56F1AEAACF89}" srcOrd="1" destOrd="0" presId="urn:microsoft.com/office/officeart/2005/8/layout/orgChart1"/>
    <dgm:cxn modelId="{63F23F83-D054-5D45-ACDB-C5244EEF62EA}" type="presParOf" srcId="{28729C0C-9E09-9E45-A8BA-56F1AEAACF89}" destId="{46B63B86-DFF5-994C-AA45-21E019DDB9A3}" srcOrd="0" destOrd="0" presId="urn:microsoft.com/office/officeart/2005/8/layout/orgChart1"/>
    <dgm:cxn modelId="{4E19C071-5201-6845-8BC9-6E65D5290C59}" type="presParOf" srcId="{28729C0C-9E09-9E45-A8BA-56F1AEAACF89}" destId="{71209CF5-37D5-6C4E-BF45-C34342801A47}" srcOrd="1" destOrd="0" presId="urn:microsoft.com/office/officeart/2005/8/layout/orgChart1"/>
    <dgm:cxn modelId="{FEA99B0F-6C4C-0B44-A96D-153FB3E67EDB}" type="presParOf" srcId="{71209CF5-37D5-6C4E-BF45-C34342801A47}" destId="{6ABD4850-5CD1-8247-867B-1A042F037427}" srcOrd="0" destOrd="0" presId="urn:microsoft.com/office/officeart/2005/8/layout/orgChart1"/>
    <dgm:cxn modelId="{5EAB46CE-B124-1A46-85FE-BCBD04926FD3}" type="presParOf" srcId="{6ABD4850-5CD1-8247-867B-1A042F037427}" destId="{4E814A77-EAB9-A847-92F8-CFFC55E43EE7}" srcOrd="0" destOrd="0" presId="urn:microsoft.com/office/officeart/2005/8/layout/orgChart1"/>
    <dgm:cxn modelId="{386EB72B-B4D1-5B4B-8972-9EF565D57FF6}" type="presParOf" srcId="{6ABD4850-5CD1-8247-867B-1A042F037427}" destId="{4BEF697F-8783-6A4A-B678-1A624F5A49F5}" srcOrd="1" destOrd="0" presId="urn:microsoft.com/office/officeart/2005/8/layout/orgChart1"/>
    <dgm:cxn modelId="{BEDB8F27-29B1-5943-A5AD-6AD14A2F67A7}" type="presParOf" srcId="{71209CF5-37D5-6C4E-BF45-C34342801A47}" destId="{33489D80-AC73-8141-B943-9625947A0518}" srcOrd="1" destOrd="0" presId="urn:microsoft.com/office/officeart/2005/8/layout/orgChart1"/>
    <dgm:cxn modelId="{B90157A5-96A2-6F48-8453-3930D105DF21}" type="presParOf" srcId="{33489D80-AC73-8141-B943-9625947A0518}" destId="{E5FF68D6-D361-BB45-9C94-417F6555FE12}" srcOrd="0" destOrd="0" presId="urn:microsoft.com/office/officeart/2005/8/layout/orgChart1"/>
    <dgm:cxn modelId="{C208CB87-BA7D-5643-BE89-4C6E8B3ABE17}" type="presParOf" srcId="{33489D80-AC73-8141-B943-9625947A0518}" destId="{5B3C313D-E4B4-7D41-ADC1-6DE4829B51AD}" srcOrd="1" destOrd="0" presId="urn:microsoft.com/office/officeart/2005/8/layout/orgChart1"/>
    <dgm:cxn modelId="{06557FE9-0948-E84B-8385-651DA0086804}" type="presParOf" srcId="{5B3C313D-E4B4-7D41-ADC1-6DE4829B51AD}" destId="{4FB5801D-8114-0141-B6EC-6E57D93A7793}" srcOrd="0" destOrd="0" presId="urn:microsoft.com/office/officeart/2005/8/layout/orgChart1"/>
    <dgm:cxn modelId="{73C97870-1FD1-B94E-86E8-728A51E31CC6}" type="presParOf" srcId="{4FB5801D-8114-0141-B6EC-6E57D93A7793}" destId="{0C04164C-DA43-744B-9640-71A33DCBC2AB}" srcOrd="0" destOrd="0" presId="urn:microsoft.com/office/officeart/2005/8/layout/orgChart1"/>
    <dgm:cxn modelId="{73DEA149-00BC-9A4D-9ED0-5C70F7FE665A}" type="presParOf" srcId="{4FB5801D-8114-0141-B6EC-6E57D93A7793}" destId="{1A7AEBFB-F9AA-2244-8CFB-C3729709753C}" srcOrd="1" destOrd="0" presId="urn:microsoft.com/office/officeart/2005/8/layout/orgChart1"/>
    <dgm:cxn modelId="{3EF63BDE-10E0-5F49-9440-D5AEC5173766}" type="presParOf" srcId="{5B3C313D-E4B4-7D41-ADC1-6DE4829B51AD}" destId="{B0899A4B-E00F-F747-92D8-947555D4CE66}" srcOrd="1" destOrd="0" presId="urn:microsoft.com/office/officeart/2005/8/layout/orgChart1"/>
    <dgm:cxn modelId="{FD2BB8AA-5D17-744C-84C5-D4F07CC793F6}" type="presParOf" srcId="{5B3C313D-E4B4-7D41-ADC1-6DE4829B51AD}" destId="{2A3C4478-A825-D846-B186-9C5091AA7FBD}" srcOrd="2" destOrd="0" presId="urn:microsoft.com/office/officeart/2005/8/layout/orgChart1"/>
    <dgm:cxn modelId="{BD8D296F-1BB5-9B49-88EA-1B1C3D601225}" type="presParOf" srcId="{71209CF5-37D5-6C4E-BF45-C34342801A47}" destId="{A3685872-1F86-0648-B05E-8C09DD7B1FF7}" srcOrd="2" destOrd="0" presId="urn:microsoft.com/office/officeart/2005/8/layout/orgChart1"/>
    <dgm:cxn modelId="{94A8E560-CD19-6D42-B4D6-62105EB020E6}" type="presParOf" srcId="{E40861A5-C443-E748-B506-ABAD417FCE05}" destId="{7BA62E8D-FBF8-2B4A-B3C6-DF8234F09B66}" srcOrd="2" destOrd="0" presId="urn:microsoft.com/office/officeart/2005/8/layout/orgChart1"/>
    <dgm:cxn modelId="{34140369-E5A7-0E43-85CC-A3BD57631B58}" type="presParOf" srcId="{FEBD59AC-C5BB-0A4D-8623-3DB63A8E6F17}" destId="{1AF8D188-820C-DF45-BAED-301DB32A9913}" srcOrd="2" destOrd="0" presId="urn:microsoft.com/office/officeart/2005/8/layout/orgChart1"/>
    <dgm:cxn modelId="{F26FC89D-F7ED-AD4D-8768-B32DB30F3AD0}" type="presParOf" srcId="{FEBD59AC-C5BB-0A4D-8623-3DB63A8E6F17}" destId="{B93DE363-0BBE-E64B-B27F-DCBAE4345DCE}" srcOrd="3" destOrd="0" presId="urn:microsoft.com/office/officeart/2005/8/layout/orgChart1"/>
    <dgm:cxn modelId="{37D091F3-9B5C-8542-87B9-7EE1094365BD}" type="presParOf" srcId="{B93DE363-0BBE-E64B-B27F-DCBAE4345DCE}" destId="{DC0202DA-5B01-754D-B31F-DBFD4E1A8BCD}" srcOrd="0" destOrd="0" presId="urn:microsoft.com/office/officeart/2005/8/layout/orgChart1"/>
    <dgm:cxn modelId="{A6CCC640-C756-5846-A177-323114050F98}" type="presParOf" srcId="{DC0202DA-5B01-754D-B31F-DBFD4E1A8BCD}" destId="{0A71A78D-E909-BF41-8219-838C2C89FCC2}" srcOrd="0" destOrd="0" presId="urn:microsoft.com/office/officeart/2005/8/layout/orgChart1"/>
    <dgm:cxn modelId="{E434A8B4-758E-B541-85A1-1E1A8F4371D1}" type="presParOf" srcId="{DC0202DA-5B01-754D-B31F-DBFD4E1A8BCD}" destId="{5F7A0881-09A2-E344-9C19-65F0F5D88106}" srcOrd="1" destOrd="0" presId="urn:microsoft.com/office/officeart/2005/8/layout/orgChart1"/>
    <dgm:cxn modelId="{13CAFDB3-9BE0-5F4E-9E27-94828894CF12}" type="presParOf" srcId="{B93DE363-0BBE-E64B-B27F-DCBAE4345DCE}" destId="{67731AD8-5E30-5B43-9901-039C5D02250C}" srcOrd="1" destOrd="0" presId="urn:microsoft.com/office/officeart/2005/8/layout/orgChart1"/>
    <dgm:cxn modelId="{53E0775A-9FD9-D44F-BEDA-B29C95462619}" type="presParOf" srcId="{67731AD8-5E30-5B43-9901-039C5D02250C}" destId="{1019AFF4-D8C8-CE45-BA36-9F2C41E4F8E7}" srcOrd="0" destOrd="0" presId="urn:microsoft.com/office/officeart/2005/8/layout/orgChart1"/>
    <dgm:cxn modelId="{F7D58588-9EBC-5E4B-8D82-01E0B8BE1F5D}" type="presParOf" srcId="{67731AD8-5E30-5B43-9901-039C5D02250C}" destId="{FD53DF85-A88A-8947-9AB7-981CB379F69C}" srcOrd="1" destOrd="0" presId="urn:microsoft.com/office/officeart/2005/8/layout/orgChart1"/>
    <dgm:cxn modelId="{05D75986-169B-474C-AB0B-FFB8874FC928}" type="presParOf" srcId="{FD53DF85-A88A-8947-9AB7-981CB379F69C}" destId="{6F68CA92-7BC7-2E46-A5A2-D2B16505CA3A}" srcOrd="0" destOrd="0" presId="urn:microsoft.com/office/officeart/2005/8/layout/orgChart1"/>
    <dgm:cxn modelId="{18694ABB-AC3B-5F43-BB82-207829AD9B3D}" type="presParOf" srcId="{6F68CA92-7BC7-2E46-A5A2-D2B16505CA3A}" destId="{69B241A1-06BE-4B49-9D38-40A9F75BD9C5}" srcOrd="0" destOrd="0" presId="urn:microsoft.com/office/officeart/2005/8/layout/orgChart1"/>
    <dgm:cxn modelId="{E93F3F0D-BB99-4E47-8CA1-849D404591FD}" type="presParOf" srcId="{6F68CA92-7BC7-2E46-A5A2-D2B16505CA3A}" destId="{704254D2-7645-D549-BBBC-D69B3023A3C2}" srcOrd="1" destOrd="0" presId="urn:microsoft.com/office/officeart/2005/8/layout/orgChart1"/>
    <dgm:cxn modelId="{0719887B-A6C0-074E-AFB9-02A39DF64964}" type="presParOf" srcId="{FD53DF85-A88A-8947-9AB7-981CB379F69C}" destId="{EBB309F9-EA3D-644E-8A70-0D71DB62273F}" srcOrd="1" destOrd="0" presId="urn:microsoft.com/office/officeart/2005/8/layout/orgChart1"/>
    <dgm:cxn modelId="{EB3CDFCF-6DC5-0340-A975-B6F3B22ECF5E}" type="presParOf" srcId="{EBB309F9-EA3D-644E-8A70-0D71DB62273F}" destId="{107105A4-83F5-184D-85CE-7DD08E12A0D5}" srcOrd="0" destOrd="0" presId="urn:microsoft.com/office/officeart/2005/8/layout/orgChart1"/>
    <dgm:cxn modelId="{2FA7FC0F-8741-0049-B0A4-C3D01209EA31}" type="presParOf" srcId="{EBB309F9-EA3D-644E-8A70-0D71DB62273F}" destId="{0DAA93D2-4CEF-8D4C-9298-3C4DAB774D77}" srcOrd="1" destOrd="0" presId="urn:microsoft.com/office/officeart/2005/8/layout/orgChart1"/>
    <dgm:cxn modelId="{40431C41-6009-1B4D-9DD4-A5E1BDF346E5}" type="presParOf" srcId="{0DAA93D2-4CEF-8D4C-9298-3C4DAB774D77}" destId="{4096EE36-32B4-8744-B1B2-F2AD2FE23085}" srcOrd="0" destOrd="0" presId="urn:microsoft.com/office/officeart/2005/8/layout/orgChart1"/>
    <dgm:cxn modelId="{CF485024-2EA6-9A4A-AF5C-FEF2536CBD24}" type="presParOf" srcId="{4096EE36-32B4-8744-B1B2-F2AD2FE23085}" destId="{8812CDD5-0B45-EC4F-9173-20421C1F359F}" srcOrd="0" destOrd="0" presId="urn:microsoft.com/office/officeart/2005/8/layout/orgChart1"/>
    <dgm:cxn modelId="{32AAC4F0-5CBE-7B48-9FCC-7880AE5B5FA3}" type="presParOf" srcId="{4096EE36-32B4-8744-B1B2-F2AD2FE23085}" destId="{210D1520-A765-124D-AFB6-F541A450A584}" srcOrd="1" destOrd="0" presId="urn:microsoft.com/office/officeart/2005/8/layout/orgChart1"/>
    <dgm:cxn modelId="{7FDBF3B0-30E2-AE49-94EF-0460360454FB}" type="presParOf" srcId="{0DAA93D2-4CEF-8D4C-9298-3C4DAB774D77}" destId="{D9E0DC90-4CF0-784F-A349-37ECFBE1519A}" srcOrd="1" destOrd="0" presId="urn:microsoft.com/office/officeart/2005/8/layout/orgChart1"/>
    <dgm:cxn modelId="{71A78D35-6975-BB4F-8FD0-C0694DC34E72}" type="presParOf" srcId="{D9E0DC90-4CF0-784F-A349-37ECFBE1519A}" destId="{D5244B91-B595-6843-BF3A-124DB5436E20}" srcOrd="0" destOrd="0" presId="urn:microsoft.com/office/officeart/2005/8/layout/orgChart1"/>
    <dgm:cxn modelId="{E49B3E08-7A1E-6946-BE82-67FEB10EDD05}" type="presParOf" srcId="{D9E0DC90-4CF0-784F-A349-37ECFBE1519A}" destId="{711E77D7-446C-AD41-AE0B-21F8C06B2648}" srcOrd="1" destOrd="0" presId="urn:microsoft.com/office/officeart/2005/8/layout/orgChart1"/>
    <dgm:cxn modelId="{EFB040EA-73D8-5F4E-9763-02B617391118}" type="presParOf" srcId="{711E77D7-446C-AD41-AE0B-21F8C06B2648}" destId="{6BE6D3FA-FBDB-D445-B0B5-D80F7112FF28}" srcOrd="0" destOrd="0" presId="urn:microsoft.com/office/officeart/2005/8/layout/orgChart1"/>
    <dgm:cxn modelId="{F167533C-C354-574A-BEE8-47C76C936D18}" type="presParOf" srcId="{6BE6D3FA-FBDB-D445-B0B5-D80F7112FF28}" destId="{FA81F937-48A2-7144-9438-CF9267137C70}" srcOrd="0" destOrd="0" presId="urn:microsoft.com/office/officeart/2005/8/layout/orgChart1"/>
    <dgm:cxn modelId="{016AC8BF-7721-B343-AAD2-416300876933}" type="presParOf" srcId="{6BE6D3FA-FBDB-D445-B0B5-D80F7112FF28}" destId="{CE9483A1-8A76-C24D-82C5-E424B52FC0A3}" srcOrd="1" destOrd="0" presId="urn:microsoft.com/office/officeart/2005/8/layout/orgChart1"/>
    <dgm:cxn modelId="{EA99D237-5F34-2041-AFEC-68BA0D7BA504}" type="presParOf" srcId="{711E77D7-446C-AD41-AE0B-21F8C06B2648}" destId="{98636B85-EF71-4C41-A296-470D92C3EA78}" srcOrd="1" destOrd="0" presId="urn:microsoft.com/office/officeart/2005/8/layout/orgChart1"/>
    <dgm:cxn modelId="{5BAA69B9-A682-F84E-B6D2-89C3287B02D2}" type="presParOf" srcId="{711E77D7-446C-AD41-AE0B-21F8C06B2648}" destId="{CBE839AE-48F4-8F41-BC40-52E6A8F34C3F}" srcOrd="2" destOrd="0" presId="urn:microsoft.com/office/officeart/2005/8/layout/orgChart1"/>
    <dgm:cxn modelId="{214DF6EC-AD35-E74A-B559-A86E67D0CAE5}" type="presParOf" srcId="{D9E0DC90-4CF0-784F-A349-37ECFBE1519A}" destId="{40C95581-10E7-E04A-BE76-EB7B756835C4}" srcOrd="2" destOrd="0" presId="urn:microsoft.com/office/officeart/2005/8/layout/orgChart1"/>
    <dgm:cxn modelId="{2347F4BB-2D99-D747-865F-76937257A9D4}" type="presParOf" srcId="{D9E0DC90-4CF0-784F-A349-37ECFBE1519A}" destId="{A082AE60-9C1E-164F-B73D-5D04DEC9D56E}" srcOrd="3" destOrd="0" presId="urn:microsoft.com/office/officeart/2005/8/layout/orgChart1"/>
    <dgm:cxn modelId="{01A61CC6-3498-5E4D-B04E-00680E1F7184}" type="presParOf" srcId="{A082AE60-9C1E-164F-B73D-5D04DEC9D56E}" destId="{6FA03E2B-AA28-804D-8DAC-ABB8D9AD6488}" srcOrd="0" destOrd="0" presId="urn:microsoft.com/office/officeart/2005/8/layout/orgChart1"/>
    <dgm:cxn modelId="{DD0231EA-ED4A-CE4B-B29D-114A9517FF18}" type="presParOf" srcId="{6FA03E2B-AA28-804D-8DAC-ABB8D9AD6488}" destId="{81052660-A12F-A048-B90B-4C6628FADFEA}" srcOrd="0" destOrd="0" presId="urn:microsoft.com/office/officeart/2005/8/layout/orgChart1"/>
    <dgm:cxn modelId="{DDA0FB62-B128-C84A-819B-A584643DF207}" type="presParOf" srcId="{6FA03E2B-AA28-804D-8DAC-ABB8D9AD6488}" destId="{51A9397C-76AD-6B4D-A9E5-4E200AE11131}" srcOrd="1" destOrd="0" presId="urn:microsoft.com/office/officeart/2005/8/layout/orgChart1"/>
    <dgm:cxn modelId="{3DD3C806-27C5-D34E-95A7-3AF073F5C2C7}" type="presParOf" srcId="{A082AE60-9C1E-164F-B73D-5D04DEC9D56E}" destId="{987104E8-A26C-2F45-8A24-38338EA88DC6}" srcOrd="1" destOrd="0" presId="urn:microsoft.com/office/officeart/2005/8/layout/orgChart1"/>
    <dgm:cxn modelId="{998AAD15-B03F-C243-B78E-24DB89565BF8}" type="presParOf" srcId="{A082AE60-9C1E-164F-B73D-5D04DEC9D56E}" destId="{4987C110-C681-C748-A0A7-29E8133EB2F1}" srcOrd="2" destOrd="0" presId="urn:microsoft.com/office/officeart/2005/8/layout/orgChart1"/>
    <dgm:cxn modelId="{A51F453B-A484-054C-96BB-F76FC973716C}" type="presParOf" srcId="{0DAA93D2-4CEF-8D4C-9298-3C4DAB774D77}" destId="{E963B9E4-21D9-5A4C-9552-269D1F826E92}" srcOrd="2" destOrd="0" presId="urn:microsoft.com/office/officeart/2005/8/layout/orgChart1"/>
    <dgm:cxn modelId="{6D1FED3F-6C75-C24E-B565-2F9362B2D019}" type="presParOf" srcId="{FD53DF85-A88A-8947-9AB7-981CB379F69C}" destId="{25A27260-084F-B04D-A0F8-A4FAAF5CABA8}" srcOrd="2" destOrd="0" presId="urn:microsoft.com/office/officeart/2005/8/layout/orgChart1"/>
    <dgm:cxn modelId="{99D6BA31-65F7-4E4F-83C1-DA2E70551EDA}" type="presParOf" srcId="{B93DE363-0BBE-E64B-B27F-DCBAE4345DCE}" destId="{31F6FCAD-6FD5-B947-A03C-53912CE6FDA9}" srcOrd="2" destOrd="0" presId="urn:microsoft.com/office/officeart/2005/8/layout/orgChart1"/>
    <dgm:cxn modelId="{2E115D96-88DA-5B47-8087-D7ED5E5CD37B}" type="presParOf" srcId="{1648DD9F-D409-5449-BBF7-D7C096995784}" destId="{91B14471-9FBD-4A48-8414-A7092B47B2D5}" srcOrd="2" destOrd="0" presId="urn:microsoft.com/office/officeart/2005/8/layout/orgChart1"/>
    <dgm:cxn modelId="{E80BE4ED-B8ED-3047-89F1-DC2BA89A9107}" type="presParOf" srcId="{16B6B960-314D-DA4B-82AD-6E121CB4D706}" destId="{010A70A3-7BE4-5E46-86D4-D83AAB340F60}" srcOrd="2" destOrd="0" presId="urn:microsoft.com/office/officeart/2005/8/layout/orgChart1"/>
    <dgm:cxn modelId="{62BD5D04-0C0A-DB41-96F8-3398D2C5DF88}" type="presParOf" srcId="{FD2C89AA-DEEF-B148-A3EA-93D6D5D76C02}" destId="{9A9BFE9C-50A9-B946-9D4A-D14CFC9A0EF7}" srcOrd="2" destOrd="0" presId="urn:microsoft.com/office/officeart/2005/8/layout/orgChart1"/>
    <dgm:cxn modelId="{C2791D02-67E6-954A-B0A2-E0CB7B740C43}" type="presParOf" srcId="{52652C08-1E3C-C643-A533-292142E63A3E}" destId="{FAD2F149-1766-7D43-9D56-C32AF7288DDB}"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CA851FC-4408-2144-AFFC-05AACC9B6974}" type="doc">
      <dgm:prSet loTypeId="urn:microsoft.com/office/officeart/2005/8/layout/orgChart1" loCatId="" qsTypeId="urn:microsoft.com/office/officeart/2005/8/quickstyle/3d4" qsCatId="3D" csTypeId="urn:microsoft.com/office/officeart/2005/8/colors/accent6_5" csCatId="accent6" phldr="1"/>
      <dgm:spPr/>
      <dgm:t>
        <a:bodyPr/>
        <a:lstStyle/>
        <a:p>
          <a:endParaRPr lang="en-US"/>
        </a:p>
      </dgm:t>
    </dgm:pt>
    <dgm:pt modelId="{ECA7E29C-CA00-9642-A6C1-C1B06763A242}">
      <dgm:prSet phldrT="[Text]" custT="1"/>
      <dgm:spPr>
        <a:solidFill>
          <a:srgbClr val="00B0F0"/>
        </a:solidFill>
      </dgm:spPr>
      <dgm:t>
        <a:bodyPr/>
        <a:lstStyle/>
        <a:p>
          <a:r>
            <a:rPr lang="en-US" sz="1000" dirty="0"/>
            <a:t>Energy Source</a:t>
          </a:r>
        </a:p>
      </dgm:t>
    </dgm:pt>
    <dgm:pt modelId="{392A7ECB-7330-1F46-AC1D-BC73E76415F9}" type="parTrans" cxnId="{1AB46019-7B2E-BB42-9A1C-F4F1A156884F}">
      <dgm:prSet/>
      <dgm:spPr/>
      <dgm:t>
        <a:bodyPr/>
        <a:lstStyle/>
        <a:p>
          <a:endParaRPr lang="en-US" sz="800"/>
        </a:p>
      </dgm:t>
    </dgm:pt>
    <dgm:pt modelId="{656DA958-5F49-B14F-9729-E1C05F83F0EE}" type="sibTrans" cxnId="{1AB46019-7B2E-BB42-9A1C-F4F1A156884F}">
      <dgm:prSet/>
      <dgm:spPr/>
      <dgm:t>
        <a:bodyPr/>
        <a:lstStyle/>
        <a:p>
          <a:endParaRPr lang="en-US" sz="800"/>
        </a:p>
      </dgm:t>
    </dgm:pt>
    <dgm:pt modelId="{A7950949-8F8E-D54D-9E8F-588524F414AD}">
      <dgm:prSet phldrT="[Text]" custT="1"/>
      <dgm:spPr>
        <a:solidFill>
          <a:schemeClr val="accent6"/>
        </a:solidFill>
      </dgm:spPr>
      <dgm:t>
        <a:bodyPr/>
        <a:lstStyle/>
        <a:p>
          <a:r>
            <a:rPr lang="en-US" sz="800" dirty="0"/>
            <a:t>Chemical</a:t>
          </a:r>
        </a:p>
      </dgm:t>
    </dgm:pt>
    <dgm:pt modelId="{B1E1BBCE-86E5-6C48-A141-1370F9EF79AC}" type="parTrans" cxnId="{9960E171-53D2-6D48-B509-146DC35111F2}">
      <dgm:prSet/>
      <dgm:spPr/>
      <dgm:t>
        <a:bodyPr/>
        <a:lstStyle/>
        <a:p>
          <a:endParaRPr lang="en-US" sz="800"/>
        </a:p>
      </dgm:t>
    </dgm:pt>
    <dgm:pt modelId="{E698B590-AD90-C64A-BD89-B1E485AD8388}" type="sibTrans" cxnId="{9960E171-53D2-6D48-B509-146DC35111F2}">
      <dgm:prSet/>
      <dgm:spPr/>
      <dgm:t>
        <a:bodyPr/>
        <a:lstStyle/>
        <a:p>
          <a:endParaRPr lang="en-US" sz="800"/>
        </a:p>
      </dgm:t>
    </dgm:pt>
    <dgm:pt modelId="{F20F39C0-4569-DB4C-A37E-B1357CD4CB96}">
      <dgm:prSet phldrT="[Text]" custT="1"/>
      <dgm:spPr>
        <a:solidFill>
          <a:srgbClr val="00B0F0"/>
        </a:solidFill>
      </dgm:spPr>
      <dgm:t>
        <a:bodyPr/>
        <a:lstStyle/>
        <a:p>
          <a:r>
            <a:rPr lang="en-US" sz="800" dirty="0"/>
            <a:t>Light</a:t>
          </a:r>
        </a:p>
      </dgm:t>
    </dgm:pt>
    <dgm:pt modelId="{D2612B32-9386-1B4E-9CB9-877831004544}" type="parTrans" cxnId="{B94F7F5D-9C04-D74B-BFB8-98B5CB5EFEA3}">
      <dgm:prSet/>
      <dgm:spPr/>
      <dgm:t>
        <a:bodyPr/>
        <a:lstStyle/>
        <a:p>
          <a:endParaRPr lang="en-US" sz="800"/>
        </a:p>
      </dgm:t>
    </dgm:pt>
    <dgm:pt modelId="{B16470E7-4401-3C4D-BEF3-1D64BF8AE010}" type="sibTrans" cxnId="{B94F7F5D-9C04-D74B-BFB8-98B5CB5EFEA3}">
      <dgm:prSet/>
      <dgm:spPr/>
      <dgm:t>
        <a:bodyPr/>
        <a:lstStyle/>
        <a:p>
          <a:endParaRPr lang="en-US" sz="800"/>
        </a:p>
      </dgm:t>
    </dgm:pt>
    <dgm:pt modelId="{6036B2F9-A6D1-B046-9060-AE1281FAA854}">
      <dgm:prSet custT="1"/>
      <dgm:spPr>
        <a:solidFill>
          <a:schemeClr val="accent6"/>
        </a:solidFill>
      </dgm:spPr>
      <dgm:t>
        <a:bodyPr/>
        <a:lstStyle/>
        <a:p>
          <a:r>
            <a:rPr lang="en-US" sz="1050" dirty="0"/>
            <a:t>Chemotrophs</a:t>
          </a:r>
        </a:p>
      </dgm:t>
    </dgm:pt>
    <dgm:pt modelId="{EB7C502C-7011-1F47-9CE0-C525E1D3BAA4}" type="parTrans" cxnId="{4D9ACB9E-AAF1-CD4B-96F1-7C85BB47912A}">
      <dgm:prSet/>
      <dgm:spPr/>
      <dgm:t>
        <a:bodyPr/>
        <a:lstStyle/>
        <a:p>
          <a:endParaRPr lang="en-US" sz="800"/>
        </a:p>
      </dgm:t>
    </dgm:pt>
    <dgm:pt modelId="{96AF1189-3582-3842-BFF3-0FAFB0BA4E67}" type="sibTrans" cxnId="{4D9ACB9E-AAF1-CD4B-96F1-7C85BB47912A}">
      <dgm:prSet/>
      <dgm:spPr/>
      <dgm:t>
        <a:bodyPr/>
        <a:lstStyle/>
        <a:p>
          <a:endParaRPr lang="en-US" sz="800"/>
        </a:p>
      </dgm:t>
    </dgm:pt>
    <dgm:pt modelId="{00ADF8C4-0657-8F4F-AA79-60381ACB1CE5}">
      <dgm:prSet custT="1"/>
      <dgm:spPr>
        <a:solidFill>
          <a:schemeClr val="accent6"/>
        </a:solidFill>
      </dgm:spPr>
      <dgm:t>
        <a:bodyPr/>
        <a:lstStyle/>
        <a:p>
          <a:r>
            <a:rPr lang="en-US" sz="800" dirty="0"/>
            <a:t>Carbon Source</a:t>
          </a:r>
        </a:p>
      </dgm:t>
    </dgm:pt>
    <dgm:pt modelId="{0776DC4D-8BC4-F64E-BE9A-6A3BDBBA2B33}" type="parTrans" cxnId="{1F79E336-3E1D-E440-8A2C-10CAF7ECC840}">
      <dgm:prSet/>
      <dgm:spPr/>
      <dgm:t>
        <a:bodyPr/>
        <a:lstStyle/>
        <a:p>
          <a:endParaRPr lang="en-US" sz="800"/>
        </a:p>
      </dgm:t>
    </dgm:pt>
    <dgm:pt modelId="{0EB068F4-0BEA-6041-B314-D2F643C2E344}" type="sibTrans" cxnId="{1F79E336-3E1D-E440-8A2C-10CAF7ECC840}">
      <dgm:prSet/>
      <dgm:spPr/>
      <dgm:t>
        <a:bodyPr/>
        <a:lstStyle/>
        <a:p>
          <a:endParaRPr lang="en-US" sz="800"/>
        </a:p>
      </dgm:t>
    </dgm:pt>
    <dgm:pt modelId="{BF05AC21-1E10-E443-B978-B6463B56FDC0}">
      <dgm:prSet custT="1"/>
      <dgm:spPr/>
      <dgm:t>
        <a:bodyPr/>
        <a:lstStyle/>
        <a:p>
          <a:r>
            <a:rPr lang="en-US" sz="800" dirty="0"/>
            <a:t>Organic Compounds</a:t>
          </a:r>
        </a:p>
      </dgm:t>
    </dgm:pt>
    <dgm:pt modelId="{F2A81F7A-DB73-7D44-A3AE-E1B2AAED8371}" type="parTrans" cxnId="{5BD2A546-8F29-204B-94EE-B2ABF7CC3EFC}">
      <dgm:prSet/>
      <dgm:spPr/>
      <dgm:t>
        <a:bodyPr/>
        <a:lstStyle/>
        <a:p>
          <a:endParaRPr lang="en-US" sz="800"/>
        </a:p>
      </dgm:t>
    </dgm:pt>
    <dgm:pt modelId="{EE9B46BD-25C6-CC4B-AAFB-653EF77B9B6D}" type="sibTrans" cxnId="{5BD2A546-8F29-204B-94EE-B2ABF7CC3EFC}">
      <dgm:prSet/>
      <dgm:spPr/>
      <dgm:t>
        <a:bodyPr/>
        <a:lstStyle/>
        <a:p>
          <a:endParaRPr lang="en-US" sz="800"/>
        </a:p>
      </dgm:t>
    </dgm:pt>
    <dgm:pt modelId="{91AE1CCE-8702-2448-8202-327373E010CB}">
      <dgm:prSet custT="1"/>
      <dgm:spPr>
        <a:solidFill>
          <a:schemeClr val="accent6"/>
        </a:solidFill>
      </dgm:spPr>
      <dgm:t>
        <a:bodyPr/>
        <a:lstStyle/>
        <a:p>
          <a:r>
            <a:rPr lang="en-US" sz="800" dirty="0"/>
            <a:t>CO</a:t>
          </a:r>
          <a:r>
            <a:rPr lang="en-US" sz="800" baseline="-25000" dirty="0"/>
            <a:t>2</a:t>
          </a:r>
          <a:endParaRPr lang="en-US" sz="800" dirty="0"/>
        </a:p>
      </dgm:t>
    </dgm:pt>
    <dgm:pt modelId="{1006675C-968C-9340-AA97-354429081AFC}" type="parTrans" cxnId="{4C28FAF4-C621-8841-BE8B-96E079AD38EE}">
      <dgm:prSet/>
      <dgm:spPr/>
      <dgm:t>
        <a:bodyPr/>
        <a:lstStyle/>
        <a:p>
          <a:endParaRPr lang="en-US" sz="800"/>
        </a:p>
      </dgm:t>
    </dgm:pt>
    <dgm:pt modelId="{94DC76F4-5102-2647-A9FA-C6442AAD3644}" type="sibTrans" cxnId="{4C28FAF4-C621-8841-BE8B-96E079AD38EE}">
      <dgm:prSet/>
      <dgm:spPr/>
      <dgm:t>
        <a:bodyPr/>
        <a:lstStyle/>
        <a:p>
          <a:endParaRPr lang="en-US" sz="800"/>
        </a:p>
      </dgm:t>
    </dgm:pt>
    <dgm:pt modelId="{6F89BF38-A84E-864D-A42F-F8B46FE41950}">
      <dgm:prSet custT="1"/>
      <dgm:spPr/>
      <dgm:t>
        <a:bodyPr/>
        <a:lstStyle/>
        <a:p>
          <a:r>
            <a:rPr lang="en-US" sz="800" dirty="0"/>
            <a:t>Chemoheterotrophs</a:t>
          </a:r>
        </a:p>
      </dgm:t>
    </dgm:pt>
    <dgm:pt modelId="{4868C0B7-9FC0-9A47-A84B-F2826D8F5BCB}" type="parTrans" cxnId="{E834B160-19EB-FE45-AD2B-EA3ADB7302FB}">
      <dgm:prSet/>
      <dgm:spPr/>
      <dgm:t>
        <a:bodyPr/>
        <a:lstStyle/>
        <a:p>
          <a:endParaRPr lang="en-US" sz="800"/>
        </a:p>
      </dgm:t>
    </dgm:pt>
    <dgm:pt modelId="{B8C64449-0E8F-114D-A06D-D2B1A32DE062}" type="sibTrans" cxnId="{E834B160-19EB-FE45-AD2B-EA3ADB7302FB}">
      <dgm:prSet/>
      <dgm:spPr/>
      <dgm:t>
        <a:bodyPr/>
        <a:lstStyle/>
        <a:p>
          <a:endParaRPr lang="en-US" sz="800"/>
        </a:p>
      </dgm:t>
    </dgm:pt>
    <dgm:pt modelId="{DA3D8EEE-8FDA-0B45-B634-42027EAEE910}">
      <dgm:prSet custT="1"/>
      <dgm:spPr/>
      <dgm:t>
        <a:bodyPr/>
        <a:lstStyle/>
        <a:p>
          <a:r>
            <a:rPr lang="en-US" sz="800" dirty="0"/>
            <a:t>Final Electron Donor</a:t>
          </a:r>
        </a:p>
      </dgm:t>
    </dgm:pt>
    <dgm:pt modelId="{E5EA50FE-DC66-8541-935B-D871E151BF6C}" type="parTrans" cxnId="{0AB16879-7D1B-F94A-BF3B-2B351027E647}">
      <dgm:prSet/>
      <dgm:spPr/>
      <dgm:t>
        <a:bodyPr/>
        <a:lstStyle/>
        <a:p>
          <a:endParaRPr lang="en-US" sz="800"/>
        </a:p>
      </dgm:t>
    </dgm:pt>
    <dgm:pt modelId="{9761EFFB-BBA9-3C43-91DB-C6D2BDF267FA}" type="sibTrans" cxnId="{0AB16879-7D1B-F94A-BF3B-2B351027E647}">
      <dgm:prSet/>
      <dgm:spPr/>
      <dgm:t>
        <a:bodyPr/>
        <a:lstStyle/>
        <a:p>
          <a:endParaRPr lang="en-US" sz="800"/>
        </a:p>
      </dgm:t>
    </dgm:pt>
    <dgm:pt modelId="{A7534A1A-FEA3-B34A-AEED-79646F0832AF}">
      <dgm:prSet custT="1"/>
      <dgm:spPr/>
      <dgm:t>
        <a:bodyPr/>
        <a:lstStyle/>
        <a:p>
          <a:r>
            <a:rPr lang="en-US" sz="800" dirty="0"/>
            <a:t>O</a:t>
          </a:r>
          <a:r>
            <a:rPr lang="en-US" sz="800" baseline="-25000" dirty="0"/>
            <a:t>2</a:t>
          </a:r>
          <a:endParaRPr lang="en-US" sz="800" dirty="0"/>
        </a:p>
      </dgm:t>
    </dgm:pt>
    <dgm:pt modelId="{822FC99B-6AC4-7C4E-86CB-A12F77C9A22E}" type="parTrans" cxnId="{D3ECDD17-C645-6F46-B52A-27174B36C986}">
      <dgm:prSet/>
      <dgm:spPr/>
      <dgm:t>
        <a:bodyPr/>
        <a:lstStyle/>
        <a:p>
          <a:endParaRPr lang="en-US" sz="800"/>
        </a:p>
      </dgm:t>
    </dgm:pt>
    <dgm:pt modelId="{BAD9A6D1-8A38-0749-8D27-541698777DC0}" type="sibTrans" cxnId="{D3ECDD17-C645-6F46-B52A-27174B36C986}">
      <dgm:prSet/>
      <dgm:spPr/>
      <dgm:t>
        <a:bodyPr/>
        <a:lstStyle/>
        <a:p>
          <a:endParaRPr lang="en-US" sz="800"/>
        </a:p>
      </dgm:t>
    </dgm:pt>
    <dgm:pt modelId="{15F80D4D-D9FD-E947-BF12-6AE0162228DC}">
      <dgm:prSet custT="1"/>
      <dgm:spPr/>
      <dgm:t>
        <a:bodyPr/>
        <a:lstStyle/>
        <a:p>
          <a:r>
            <a:rPr lang="en-US" sz="800" dirty="0"/>
            <a:t>Not O</a:t>
          </a:r>
          <a:r>
            <a:rPr lang="en-US" sz="800" baseline="-25000" dirty="0"/>
            <a:t>2</a:t>
          </a:r>
          <a:endParaRPr lang="en-US" sz="800" dirty="0"/>
        </a:p>
      </dgm:t>
    </dgm:pt>
    <dgm:pt modelId="{13E89C85-12D4-B940-81BD-1211C9C25010}" type="parTrans" cxnId="{B6847EDD-7AFF-5149-90B4-C35043AC0DB5}">
      <dgm:prSet/>
      <dgm:spPr/>
      <dgm:t>
        <a:bodyPr/>
        <a:lstStyle/>
        <a:p>
          <a:endParaRPr lang="en-US" sz="800"/>
        </a:p>
      </dgm:t>
    </dgm:pt>
    <dgm:pt modelId="{92DB4D1A-443F-2949-94E5-AD18B5E566EE}" type="sibTrans" cxnId="{B6847EDD-7AFF-5149-90B4-C35043AC0DB5}">
      <dgm:prSet/>
      <dgm:spPr/>
      <dgm:t>
        <a:bodyPr/>
        <a:lstStyle/>
        <a:p>
          <a:endParaRPr lang="en-US" sz="800"/>
        </a:p>
      </dgm:t>
    </dgm:pt>
    <dgm:pt modelId="{1D661F7B-4DE2-F34D-ACA5-1CE0EA4E7594}">
      <dgm:prSet custT="1"/>
      <dgm:spPr/>
      <dgm:t>
        <a:bodyPr/>
        <a:lstStyle/>
        <a:p>
          <a:r>
            <a:rPr lang="en-US" sz="800" dirty="0"/>
            <a:t>Organic compound</a:t>
          </a:r>
        </a:p>
      </dgm:t>
    </dgm:pt>
    <dgm:pt modelId="{8BDBE607-F1E9-784B-8031-22D494FBFE54}" type="parTrans" cxnId="{9E458F20-F8C7-554F-BD2B-6CB6FD6657DE}">
      <dgm:prSet/>
      <dgm:spPr/>
      <dgm:t>
        <a:bodyPr/>
        <a:lstStyle/>
        <a:p>
          <a:endParaRPr lang="en-US" sz="800"/>
        </a:p>
      </dgm:t>
    </dgm:pt>
    <dgm:pt modelId="{97E0C4CB-C115-F94C-AC94-49590B5F94B5}" type="sibTrans" cxnId="{9E458F20-F8C7-554F-BD2B-6CB6FD6657DE}">
      <dgm:prSet/>
      <dgm:spPr/>
      <dgm:t>
        <a:bodyPr/>
        <a:lstStyle/>
        <a:p>
          <a:endParaRPr lang="en-US" sz="800"/>
        </a:p>
      </dgm:t>
    </dgm:pt>
    <dgm:pt modelId="{4984E784-8F7B-C448-87C6-A2CB2762CEE0}">
      <dgm:prSet custT="1"/>
      <dgm:spPr/>
      <dgm:t>
        <a:bodyPr/>
        <a:lstStyle/>
        <a:p>
          <a:r>
            <a:rPr lang="en-US" sz="800" dirty="0"/>
            <a:t>Inorganic Compound</a:t>
          </a:r>
        </a:p>
      </dgm:t>
    </dgm:pt>
    <dgm:pt modelId="{FC1D4E63-7091-B64F-A4C8-8BF99886A5E2}" type="parTrans" cxnId="{7755A9CD-5A45-C34E-8A84-F17730D12651}">
      <dgm:prSet/>
      <dgm:spPr/>
      <dgm:t>
        <a:bodyPr/>
        <a:lstStyle/>
        <a:p>
          <a:endParaRPr lang="en-US" sz="800"/>
        </a:p>
      </dgm:t>
    </dgm:pt>
    <dgm:pt modelId="{64FAF330-1CF0-5847-9E61-A3FCF2917D45}" type="sibTrans" cxnId="{7755A9CD-5A45-C34E-8A84-F17730D12651}">
      <dgm:prSet/>
      <dgm:spPr/>
      <dgm:t>
        <a:bodyPr/>
        <a:lstStyle/>
        <a:p>
          <a:endParaRPr lang="en-US" sz="800"/>
        </a:p>
      </dgm:t>
    </dgm:pt>
    <dgm:pt modelId="{C0724EAE-CDF4-B34B-928F-2B4D70DB65AA}">
      <dgm:prSet custT="1"/>
      <dgm:spPr/>
      <dgm:t>
        <a:bodyPr/>
        <a:lstStyle/>
        <a:p>
          <a:r>
            <a:rPr lang="en-US" sz="800" dirty="0"/>
            <a:t>Fermentative, e.g. Streptococcus</a:t>
          </a:r>
        </a:p>
      </dgm:t>
    </dgm:pt>
    <dgm:pt modelId="{9970368A-FBFB-8349-8388-A1784F177175}" type="parTrans" cxnId="{4A1980A0-9B60-CE47-BFCA-F2688CC7C811}">
      <dgm:prSet/>
      <dgm:spPr/>
      <dgm:t>
        <a:bodyPr/>
        <a:lstStyle/>
        <a:p>
          <a:endParaRPr lang="en-US" sz="800"/>
        </a:p>
      </dgm:t>
    </dgm:pt>
    <dgm:pt modelId="{19DB421A-5120-8849-9495-0DB10D09507D}" type="sibTrans" cxnId="{4A1980A0-9B60-CE47-BFCA-F2688CC7C811}">
      <dgm:prSet/>
      <dgm:spPr/>
      <dgm:t>
        <a:bodyPr/>
        <a:lstStyle/>
        <a:p>
          <a:endParaRPr lang="en-US" sz="800"/>
        </a:p>
      </dgm:t>
    </dgm:pt>
    <dgm:pt modelId="{C092258F-D7E3-9740-A747-E697F4E2AAEE}">
      <dgm:prSet custT="1"/>
      <dgm:spPr/>
      <dgm:t>
        <a:bodyPr/>
        <a:lstStyle/>
        <a:p>
          <a:r>
            <a:rPr lang="en-US" sz="800" dirty="0"/>
            <a:t>Electron transport chain, e.g. Clostridium</a:t>
          </a:r>
        </a:p>
      </dgm:t>
    </dgm:pt>
    <dgm:pt modelId="{6620DDDD-2256-4A4E-B0A6-CC8F7CEAA38B}" type="parTrans" cxnId="{6D48DE87-4A3E-844F-8490-698297FCC53E}">
      <dgm:prSet/>
      <dgm:spPr/>
      <dgm:t>
        <a:bodyPr/>
        <a:lstStyle/>
        <a:p>
          <a:endParaRPr lang="en-US" sz="800"/>
        </a:p>
      </dgm:t>
    </dgm:pt>
    <dgm:pt modelId="{0D46D38B-CAED-8F4C-BF57-261AE38E78DB}" type="sibTrans" cxnId="{6D48DE87-4A3E-844F-8490-698297FCC53E}">
      <dgm:prSet/>
      <dgm:spPr/>
      <dgm:t>
        <a:bodyPr/>
        <a:lstStyle/>
        <a:p>
          <a:endParaRPr lang="en-US" sz="800"/>
        </a:p>
      </dgm:t>
    </dgm:pt>
    <dgm:pt modelId="{57FB0DD8-CA81-A947-ABE5-7F05AE7AA2AF}">
      <dgm:prSet custT="1"/>
      <dgm:spPr>
        <a:solidFill>
          <a:schemeClr val="accent6"/>
        </a:solidFill>
      </dgm:spPr>
      <dgm:t>
        <a:bodyPr/>
        <a:lstStyle/>
        <a:p>
          <a:r>
            <a:rPr lang="en-US" sz="800" dirty="0"/>
            <a:t>Chemoautotrophs</a:t>
          </a:r>
        </a:p>
      </dgm:t>
    </dgm:pt>
    <dgm:pt modelId="{99782A77-1037-A445-82A5-DDC24313C333}" type="parTrans" cxnId="{55603E1F-B7F6-C941-B12B-AD59888E7F7D}">
      <dgm:prSet/>
      <dgm:spPr/>
      <dgm:t>
        <a:bodyPr/>
        <a:lstStyle/>
        <a:p>
          <a:endParaRPr lang="en-US" sz="800"/>
        </a:p>
      </dgm:t>
    </dgm:pt>
    <dgm:pt modelId="{D980C599-FD64-784F-B94B-82EFBA42A314}" type="sibTrans" cxnId="{55603E1F-B7F6-C941-B12B-AD59888E7F7D}">
      <dgm:prSet/>
      <dgm:spPr/>
      <dgm:t>
        <a:bodyPr/>
        <a:lstStyle/>
        <a:p>
          <a:endParaRPr lang="en-US" sz="800"/>
        </a:p>
      </dgm:t>
    </dgm:pt>
    <dgm:pt modelId="{D0DD5229-36DF-7949-B44A-FE9089C91D4F}">
      <dgm:prSet custT="1"/>
      <dgm:spPr>
        <a:solidFill>
          <a:schemeClr val="accent6"/>
        </a:solidFill>
      </dgm:spPr>
      <dgm:t>
        <a:bodyPr/>
        <a:lstStyle/>
        <a:p>
          <a:r>
            <a:rPr lang="en-US" sz="800" dirty="0"/>
            <a:t>Hydrogen, sulfur, iron, carbon  monoxide oxidizing bacteria</a:t>
          </a:r>
        </a:p>
      </dgm:t>
    </dgm:pt>
    <dgm:pt modelId="{E95B1EBF-4997-C644-8FC7-551B4BD791EB}" type="parTrans" cxnId="{8F3EC890-9A0D-924C-9F82-1C5DEEB93652}">
      <dgm:prSet/>
      <dgm:spPr/>
      <dgm:t>
        <a:bodyPr/>
        <a:lstStyle/>
        <a:p>
          <a:endParaRPr lang="en-US" sz="800"/>
        </a:p>
      </dgm:t>
    </dgm:pt>
    <dgm:pt modelId="{F0E3BEF4-6AD6-1B43-B92A-D67F2F8E6951}" type="sibTrans" cxnId="{8F3EC890-9A0D-924C-9F82-1C5DEEB93652}">
      <dgm:prSet/>
      <dgm:spPr/>
      <dgm:t>
        <a:bodyPr/>
        <a:lstStyle/>
        <a:p>
          <a:endParaRPr lang="en-US" sz="800"/>
        </a:p>
      </dgm:t>
    </dgm:pt>
    <dgm:pt modelId="{5E9BA281-2FDA-6545-8F85-D6E694685912}">
      <dgm:prSet custT="1"/>
      <dgm:spPr>
        <a:solidFill>
          <a:srgbClr val="00B0F0"/>
        </a:solidFill>
      </dgm:spPr>
      <dgm:t>
        <a:bodyPr/>
        <a:lstStyle/>
        <a:p>
          <a:r>
            <a:rPr lang="en-US" sz="1050" dirty="0"/>
            <a:t>Phototrophs</a:t>
          </a:r>
        </a:p>
      </dgm:t>
    </dgm:pt>
    <dgm:pt modelId="{FD613AA9-5395-8D4E-B33B-C5FCDC4925B4}" type="parTrans" cxnId="{A8F6C48B-9C17-2C4C-8D0F-A5BD5BF989D7}">
      <dgm:prSet/>
      <dgm:spPr/>
      <dgm:t>
        <a:bodyPr/>
        <a:lstStyle/>
        <a:p>
          <a:endParaRPr lang="en-US" sz="800"/>
        </a:p>
      </dgm:t>
    </dgm:pt>
    <dgm:pt modelId="{0547921F-CE4D-9C4C-A8F2-9F84F8EAF340}" type="sibTrans" cxnId="{A8F6C48B-9C17-2C4C-8D0F-A5BD5BF989D7}">
      <dgm:prSet/>
      <dgm:spPr/>
      <dgm:t>
        <a:bodyPr/>
        <a:lstStyle/>
        <a:p>
          <a:endParaRPr lang="en-US" sz="800"/>
        </a:p>
      </dgm:t>
    </dgm:pt>
    <dgm:pt modelId="{226EE965-4597-0441-8B0A-A1EE4D9C029C}">
      <dgm:prSet custT="1"/>
      <dgm:spPr>
        <a:solidFill>
          <a:srgbClr val="00B0F0"/>
        </a:solidFill>
      </dgm:spPr>
      <dgm:t>
        <a:bodyPr/>
        <a:lstStyle/>
        <a:p>
          <a:r>
            <a:rPr lang="en-US" sz="800" dirty="0"/>
            <a:t>Carbon Source</a:t>
          </a:r>
        </a:p>
      </dgm:t>
    </dgm:pt>
    <dgm:pt modelId="{2F9F8AEB-6E9F-3748-8644-76E79AACABC0}" type="parTrans" cxnId="{CF583F69-1612-C147-B7FC-CCFDB49B4A60}">
      <dgm:prSet/>
      <dgm:spPr/>
      <dgm:t>
        <a:bodyPr/>
        <a:lstStyle/>
        <a:p>
          <a:endParaRPr lang="en-US" sz="800"/>
        </a:p>
      </dgm:t>
    </dgm:pt>
    <dgm:pt modelId="{00EFCA8F-8F85-1943-8C0E-63979074D6E1}" type="sibTrans" cxnId="{CF583F69-1612-C147-B7FC-CCFDB49B4A60}">
      <dgm:prSet/>
      <dgm:spPr/>
      <dgm:t>
        <a:bodyPr/>
        <a:lstStyle/>
        <a:p>
          <a:endParaRPr lang="en-US" sz="800"/>
        </a:p>
      </dgm:t>
    </dgm:pt>
    <dgm:pt modelId="{0474637A-FC03-3046-9726-263AC3A63846}">
      <dgm:prSet custT="1"/>
      <dgm:spPr/>
      <dgm:t>
        <a:bodyPr/>
        <a:lstStyle/>
        <a:p>
          <a:r>
            <a:rPr lang="en-US" sz="800" dirty="0"/>
            <a:t>Organic compounds</a:t>
          </a:r>
        </a:p>
      </dgm:t>
    </dgm:pt>
    <dgm:pt modelId="{DB79DD3A-F66B-854F-B905-B48BC2D0CC94}" type="parTrans" cxnId="{B5744AC5-A303-3241-ADF0-9656DC01B24C}">
      <dgm:prSet/>
      <dgm:spPr/>
      <dgm:t>
        <a:bodyPr/>
        <a:lstStyle/>
        <a:p>
          <a:endParaRPr lang="en-US" sz="800"/>
        </a:p>
      </dgm:t>
    </dgm:pt>
    <dgm:pt modelId="{2C484A10-D4E2-B241-8F73-60BF4A3360CD}" type="sibTrans" cxnId="{B5744AC5-A303-3241-ADF0-9656DC01B24C}">
      <dgm:prSet/>
      <dgm:spPr/>
      <dgm:t>
        <a:bodyPr/>
        <a:lstStyle/>
        <a:p>
          <a:endParaRPr lang="en-US" sz="800"/>
        </a:p>
      </dgm:t>
    </dgm:pt>
    <dgm:pt modelId="{B907C8EA-0A5C-114B-A2C0-A5B02996F085}">
      <dgm:prSet custT="1"/>
      <dgm:spPr/>
      <dgm:t>
        <a:bodyPr/>
        <a:lstStyle/>
        <a:p>
          <a:r>
            <a:rPr lang="en-US" sz="800" dirty="0"/>
            <a:t>Photoheterotrophs</a:t>
          </a:r>
        </a:p>
      </dgm:t>
    </dgm:pt>
    <dgm:pt modelId="{189FBA1A-E3DA-3E4B-B5F3-4C3C4B577F2F}" type="parTrans" cxnId="{A187B9CE-9CB3-504B-9EFA-E691CEA8AE7C}">
      <dgm:prSet/>
      <dgm:spPr/>
      <dgm:t>
        <a:bodyPr/>
        <a:lstStyle/>
        <a:p>
          <a:endParaRPr lang="en-US" sz="800"/>
        </a:p>
      </dgm:t>
    </dgm:pt>
    <dgm:pt modelId="{69D4D4AB-19A8-AB47-9ACF-BFC423B33E73}" type="sibTrans" cxnId="{A187B9CE-9CB3-504B-9EFA-E691CEA8AE7C}">
      <dgm:prSet/>
      <dgm:spPr/>
      <dgm:t>
        <a:bodyPr/>
        <a:lstStyle/>
        <a:p>
          <a:endParaRPr lang="en-US" sz="800"/>
        </a:p>
      </dgm:t>
    </dgm:pt>
    <dgm:pt modelId="{594AD9F1-12AA-1444-9B6D-153F781B6472}">
      <dgm:prSet custT="1"/>
      <dgm:spPr/>
      <dgm:t>
        <a:bodyPr/>
        <a:lstStyle/>
        <a:p>
          <a:r>
            <a:rPr lang="en-US" sz="800" dirty="0"/>
            <a:t>Green </a:t>
          </a:r>
          <a:r>
            <a:rPr lang="en-US" sz="800" dirty="0" err="1"/>
            <a:t>nonsulfur</a:t>
          </a:r>
          <a:r>
            <a:rPr lang="en-US" sz="800" dirty="0"/>
            <a:t> bacteria, purple </a:t>
          </a:r>
          <a:r>
            <a:rPr lang="en-US" sz="800" dirty="0" err="1"/>
            <a:t>nonsulfur</a:t>
          </a:r>
          <a:r>
            <a:rPr lang="en-US" sz="800" dirty="0"/>
            <a:t> bacteria</a:t>
          </a:r>
        </a:p>
      </dgm:t>
    </dgm:pt>
    <dgm:pt modelId="{AF74A536-C373-944E-952B-1236FBE6E38D}" type="parTrans" cxnId="{80DDC8E3-B284-A547-AD8A-97B0004EE73C}">
      <dgm:prSet/>
      <dgm:spPr/>
      <dgm:t>
        <a:bodyPr/>
        <a:lstStyle/>
        <a:p>
          <a:endParaRPr lang="en-US" sz="800"/>
        </a:p>
      </dgm:t>
    </dgm:pt>
    <dgm:pt modelId="{824D8A0F-EA29-5747-80E5-06149BEF7C8A}" type="sibTrans" cxnId="{80DDC8E3-B284-A547-AD8A-97B0004EE73C}">
      <dgm:prSet/>
      <dgm:spPr/>
      <dgm:t>
        <a:bodyPr/>
        <a:lstStyle/>
        <a:p>
          <a:endParaRPr lang="en-US" sz="800"/>
        </a:p>
      </dgm:t>
    </dgm:pt>
    <dgm:pt modelId="{982C0F5B-A17F-3B4B-AE34-5EC559BCF3E3}">
      <dgm:prSet custT="1"/>
      <dgm:spPr>
        <a:solidFill>
          <a:srgbClr val="00B0F0"/>
        </a:solidFill>
      </dgm:spPr>
      <dgm:t>
        <a:bodyPr/>
        <a:lstStyle/>
        <a:p>
          <a:r>
            <a:rPr lang="en-US" sz="800" dirty="0"/>
            <a:t>CO</a:t>
          </a:r>
          <a:r>
            <a:rPr lang="en-US" sz="800" baseline="-25000" dirty="0"/>
            <a:t>2</a:t>
          </a:r>
          <a:endParaRPr lang="en-US" sz="800" dirty="0"/>
        </a:p>
      </dgm:t>
    </dgm:pt>
    <dgm:pt modelId="{826FA348-FABE-E840-8B44-ADEC15CE1044}" type="parTrans" cxnId="{9AF6CAE3-88A3-3544-B3C5-C11B0048CC77}">
      <dgm:prSet/>
      <dgm:spPr/>
      <dgm:t>
        <a:bodyPr/>
        <a:lstStyle/>
        <a:p>
          <a:endParaRPr lang="en-US" sz="800"/>
        </a:p>
      </dgm:t>
    </dgm:pt>
    <dgm:pt modelId="{192D5637-FC2E-9D4C-A670-57663DEECC7C}" type="sibTrans" cxnId="{9AF6CAE3-88A3-3544-B3C5-C11B0048CC77}">
      <dgm:prSet/>
      <dgm:spPr/>
      <dgm:t>
        <a:bodyPr/>
        <a:lstStyle/>
        <a:p>
          <a:endParaRPr lang="en-US" sz="800"/>
        </a:p>
      </dgm:t>
    </dgm:pt>
    <dgm:pt modelId="{71CC9448-09A8-054D-A42A-35E526B35E89}">
      <dgm:prSet custT="1"/>
      <dgm:spPr>
        <a:solidFill>
          <a:srgbClr val="00B0F0"/>
        </a:solidFill>
      </dgm:spPr>
      <dgm:t>
        <a:bodyPr/>
        <a:lstStyle/>
        <a:p>
          <a:r>
            <a:rPr lang="en-US" sz="800" dirty="0"/>
            <a:t>Photoautotrophs</a:t>
          </a:r>
        </a:p>
      </dgm:t>
    </dgm:pt>
    <dgm:pt modelId="{124855D8-38DC-8D40-BC48-1FA073238DE5}" type="parTrans" cxnId="{296ACDE0-19C5-194B-96C7-0E9A9CA221F3}">
      <dgm:prSet/>
      <dgm:spPr/>
      <dgm:t>
        <a:bodyPr/>
        <a:lstStyle/>
        <a:p>
          <a:endParaRPr lang="en-US" sz="800"/>
        </a:p>
      </dgm:t>
    </dgm:pt>
    <dgm:pt modelId="{4BC66015-1091-7E4A-B28F-04FCFC44726A}" type="sibTrans" cxnId="{296ACDE0-19C5-194B-96C7-0E9A9CA221F3}">
      <dgm:prSet/>
      <dgm:spPr/>
      <dgm:t>
        <a:bodyPr/>
        <a:lstStyle/>
        <a:p>
          <a:endParaRPr lang="en-US" sz="800"/>
        </a:p>
      </dgm:t>
    </dgm:pt>
    <dgm:pt modelId="{4099D19D-BF2C-A548-9E93-84504D2B464E}">
      <dgm:prSet custT="1"/>
      <dgm:spPr>
        <a:solidFill>
          <a:srgbClr val="00B0F0"/>
        </a:solidFill>
      </dgm:spPr>
      <dgm:t>
        <a:bodyPr/>
        <a:lstStyle/>
        <a:p>
          <a:r>
            <a:rPr lang="en-US" sz="800" dirty="0"/>
            <a:t>Use H2O to reduce CO2?</a:t>
          </a:r>
        </a:p>
      </dgm:t>
    </dgm:pt>
    <dgm:pt modelId="{D27532DD-8F92-9041-AFC0-8C4FD996BE87}" type="parTrans" cxnId="{0F4292C1-B56C-6C46-9A71-B1B316FEE334}">
      <dgm:prSet/>
      <dgm:spPr/>
      <dgm:t>
        <a:bodyPr/>
        <a:lstStyle/>
        <a:p>
          <a:endParaRPr lang="en-US" sz="800"/>
        </a:p>
      </dgm:t>
    </dgm:pt>
    <dgm:pt modelId="{3DC33956-18E7-6044-AA49-32FCA153973C}" type="sibTrans" cxnId="{0F4292C1-B56C-6C46-9A71-B1B316FEE334}">
      <dgm:prSet/>
      <dgm:spPr/>
      <dgm:t>
        <a:bodyPr/>
        <a:lstStyle/>
        <a:p>
          <a:endParaRPr lang="en-US" sz="800"/>
        </a:p>
      </dgm:t>
    </dgm:pt>
    <dgm:pt modelId="{91E613D6-93C6-D343-992E-3A17EBDFB011}">
      <dgm:prSet custT="1"/>
      <dgm:spPr>
        <a:solidFill>
          <a:srgbClr val="00B0F0"/>
        </a:solidFill>
      </dgm:spPr>
      <dgm:t>
        <a:bodyPr/>
        <a:lstStyle/>
        <a:p>
          <a:r>
            <a:rPr lang="en-US" sz="800" dirty="0"/>
            <a:t>Yes, oxygenic photosynthesis (plants, algae, cyanobacteria)</a:t>
          </a:r>
        </a:p>
      </dgm:t>
    </dgm:pt>
    <dgm:pt modelId="{3BFEAD3D-DF26-8742-B528-3D166A297EB6}" type="parTrans" cxnId="{76326892-90AE-5E42-9969-79D07053477A}">
      <dgm:prSet/>
      <dgm:spPr/>
      <dgm:t>
        <a:bodyPr/>
        <a:lstStyle/>
        <a:p>
          <a:endParaRPr lang="en-US" sz="800"/>
        </a:p>
      </dgm:t>
    </dgm:pt>
    <dgm:pt modelId="{370EA003-6A42-FD45-86EF-F93121E8D05A}" type="sibTrans" cxnId="{76326892-90AE-5E42-9969-79D07053477A}">
      <dgm:prSet/>
      <dgm:spPr/>
      <dgm:t>
        <a:bodyPr/>
        <a:lstStyle/>
        <a:p>
          <a:endParaRPr lang="en-US" sz="800"/>
        </a:p>
      </dgm:t>
    </dgm:pt>
    <dgm:pt modelId="{5774C2A8-5092-5542-AEB0-68D0D32AB57C}">
      <dgm:prSet custT="1"/>
      <dgm:spPr>
        <a:solidFill>
          <a:srgbClr val="00B0F0"/>
        </a:solidFill>
      </dgm:spPr>
      <dgm:t>
        <a:bodyPr/>
        <a:lstStyle/>
        <a:p>
          <a:r>
            <a:rPr lang="en-US" sz="800" dirty="0"/>
            <a:t>No, Anoxygenic photosynthetic bacteria (green and purple bacteria)</a:t>
          </a:r>
        </a:p>
      </dgm:t>
    </dgm:pt>
    <dgm:pt modelId="{4FFBB9B2-F4A2-FC48-AA97-0BB5254D1AC2}" type="parTrans" cxnId="{5B713513-29BB-D547-B841-7008ABE30618}">
      <dgm:prSet/>
      <dgm:spPr/>
      <dgm:t>
        <a:bodyPr/>
        <a:lstStyle/>
        <a:p>
          <a:endParaRPr lang="en-US" sz="800"/>
        </a:p>
      </dgm:t>
    </dgm:pt>
    <dgm:pt modelId="{12B1C221-ECCB-A942-B05A-087A5CB272E7}" type="sibTrans" cxnId="{5B713513-29BB-D547-B841-7008ABE30618}">
      <dgm:prSet/>
      <dgm:spPr/>
      <dgm:t>
        <a:bodyPr/>
        <a:lstStyle/>
        <a:p>
          <a:endParaRPr lang="en-US" sz="800"/>
        </a:p>
      </dgm:t>
    </dgm:pt>
    <dgm:pt modelId="{8AAB432A-D3E6-0049-9DFF-EF9401AAF0D7}">
      <dgm:prSet custT="1"/>
      <dgm:spPr/>
      <dgm:t>
        <a:bodyPr/>
        <a:lstStyle/>
        <a:p>
          <a:r>
            <a:rPr lang="en-US" sz="800" dirty="0"/>
            <a:t>Animals, most fungi, protozoa, bacteria</a:t>
          </a:r>
        </a:p>
      </dgm:t>
    </dgm:pt>
    <dgm:pt modelId="{C8BBDA6D-AE5C-8B4D-B223-153D635EEAFF}" type="sibTrans" cxnId="{984BF7C9-CB6A-7A47-B56E-BC96B38F236B}">
      <dgm:prSet/>
      <dgm:spPr/>
      <dgm:t>
        <a:bodyPr/>
        <a:lstStyle/>
        <a:p>
          <a:endParaRPr lang="en-US" sz="800"/>
        </a:p>
      </dgm:t>
    </dgm:pt>
    <dgm:pt modelId="{228F8371-FB43-8A47-8311-3BD638C497C7}" type="parTrans" cxnId="{984BF7C9-CB6A-7A47-B56E-BC96B38F236B}">
      <dgm:prSet/>
      <dgm:spPr/>
      <dgm:t>
        <a:bodyPr/>
        <a:lstStyle/>
        <a:p>
          <a:endParaRPr lang="en-US" sz="800"/>
        </a:p>
      </dgm:t>
    </dgm:pt>
    <dgm:pt modelId="{02EF8CCE-7217-CB4D-B894-FA1BA2735161}" type="pres">
      <dgm:prSet presAssocID="{1CA851FC-4408-2144-AFFC-05AACC9B6974}" presName="hierChild1" presStyleCnt="0">
        <dgm:presLayoutVars>
          <dgm:orgChart val="1"/>
          <dgm:chPref val="1"/>
          <dgm:dir/>
          <dgm:animOne val="branch"/>
          <dgm:animLvl val="lvl"/>
          <dgm:resizeHandles/>
        </dgm:presLayoutVars>
      </dgm:prSet>
      <dgm:spPr/>
    </dgm:pt>
    <dgm:pt modelId="{52652C08-1E3C-C643-A533-292142E63A3E}" type="pres">
      <dgm:prSet presAssocID="{ECA7E29C-CA00-9642-A6C1-C1B06763A242}" presName="hierRoot1" presStyleCnt="0">
        <dgm:presLayoutVars>
          <dgm:hierBranch val="init"/>
        </dgm:presLayoutVars>
      </dgm:prSet>
      <dgm:spPr/>
    </dgm:pt>
    <dgm:pt modelId="{4100EE18-91F5-6141-A1D8-740166C978E2}" type="pres">
      <dgm:prSet presAssocID="{ECA7E29C-CA00-9642-A6C1-C1B06763A242}" presName="rootComposite1" presStyleCnt="0"/>
      <dgm:spPr/>
    </dgm:pt>
    <dgm:pt modelId="{EB98ADEA-669B-6C46-9860-C87692DDD31F}" type="pres">
      <dgm:prSet presAssocID="{ECA7E29C-CA00-9642-A6C1-C1B06763A242}" presName="rootText1" presStyleLbl="node0" presStyleIdx="0" presStyleCnt="1" custScaleX="154092" custScaleY="185470">
        <dgm:presLayoutVars>
          <dgm:chPref val="3"/>
        </dgm:presLayoutVars>
      </dgm:prSet>
      <dgm:spPr/>
    </dgm:pt>
    <dgm:pt modelId="{B33E1E6A-7440-A142-B196-4068FAD53ECE}" type="pres">
      <dgm:prSet presAssocID="{ECA7E29C-CA00-9642-A6C1-C1B06763A242}" presName="rootConnector1" presStyleLbl="node1" presStyleIdx="0" presStyleCnt="0"/>
      <dgm:spPr/>
    </dgm:pt>
    <dgm:pt modelId="{A996F44D-3D24-B443-8A54-15E73AA98007}" type="pres">
      <dgm:prSet presAssocID="{ECA7E29C-CA00-9642-A6C1-C1B06763A242}" presName="hierChild2" presStyleCnt="0"/>
      <dgm:spPr/>
    </dgm:pt>
    <dgm:pt modelId="{4A3A5AE0-9BD4-8145-8EC7-FBB33CD8F717}" type="pres">
      <dgm:prSet presAssocID="{B1E1BBCE-86E5-6C48-A141-1370F9EF79AC}" presName="Name37" presStyleLbl="parChTrans1D2" presStyleIdx="0" presStyleCnt="2"/>
      <dgm:spPr/>
    </dgm:pt>
    <dgm:pt modelId="{F3AA77AE-4571-9444-807D-FFCD2A672B02}" type="pres">
      <dgm:prSet presAssocID="{A7950949-8F8E-D54D-9E8F-588524F414AD}" presName="hierRoot2" presStyleCnt="0">
        <dgm:presLayoutVars>
          <dgm:hierBranch val="init"/>
        </dgm:presLayoutVars>
      </dgm:prSet>
      <dgm:spPr/>
    </dgm:pt>
    <dgm:pt modelId="{FA7B805F-541D-0442-9145-9C0491DD396B}" type="pres">
      <dgm:prSet presAssocID="{A7950949-8F8E-D54D-9E8F-588524F414AD}" presName="rootComposite" presStyleCnt="0"/>
      <dgm:spPr/>
    </dgm:pt>
    <dgm:pt modelId="{30051186-F022-804C-843B-F6C252C109EB}" type="pres">
      <dgm:prSet presAssocID="{A7950949-8F8E-D54D-9E8F-588524F414AD}" presName="rootText" presStyleLbl="node2" presStyleIdx="0" presStyleCnt="2" custLinFactX="-40977" custLinFactNeighborX="-100000" custLinFactNeighborY="6212">
        <dgm:presLayoutVars>
          <dgm:chPref val="3"/>
        </dgm:presLayoutVars>
      </dgm:prSet>
      <dgm:spPr/>
    </dgm:pt>
    <dgm:pt modelId="{23F8AEF7-E825-7441-A8AA-159E91F445E1}" type="pres">
      <dgm:prSet presAssocID="{A7950949-8F8E-D54D-9E8F-588524F414AD}" presName="rootConnector" presStyleLbl="node2" presStyleIdx="0" presStyleCnt="2"/>
      <dgm:spPr/>
    </dgm:pt>
    <dgm:pt modelId="{D4FACFEB-C123-7044-AC8F-5D8AF1A18FF6}" type="pres">
      <dgm:prSet presAssocID="{A7950949-8F8E-D54D-9E8F-588524F414AD}" presName="hierChild4" presStyleCnt="0"/>
      <dgm:spPr/>
    </dgm:pt>
    <dgm:pt modelId="{0FAF39CB-AD0F-D046-9395-FF46CF8F863D}" type="pres">
      <dgm:prSet presAssocID="{EB7C502C-7011-1F47-9CE0-C525E1D3BAA4}" presName="Name37" presStyleLbl="parChTrans1D3" presStyleIdx="0" presStyleCnt="2"/>
      <dgm:spPr/>
    </dgm:pt>
    <dgm:pt modelId="{CDA30940-E071-4942-8319-0F0B6FD14E84}" type="pres">
      <dgm:prSet presAssocID="{6036B2F9-A6D1-B046-9060-AE1281FAA854}" presName="hierRoot2" presStyleCnt="0">
        <dgm:presLayoutVars>
          <dgm:hierBranch val="init"/>
        </dgm:presLayoutVars>
      </dgm:prSet>
      <dgm:spPr/>
    </dgm:pt>
    <dgm:pt modelId="{4FCC5C1C-BABE-2345-AA3E-A6FA41F28D60}" type="pres">
      <dgm:prSet presAssocID="{6036B2F9-A6D1-B046-9060-AE1281FAA854}" presName="rootComposite" presStyleCnt="0"/>
      <dgm:spPr/>
    </dgm:pt>
    <dgm:pt modelId="{2CF0B46E-944B-814C-9E01-FA1C88E6127C}" type="pres">
      <dgm:prSet presAssocID="{6036B2F9-A6D1-B046-9060-AE1281FAA854}" presName="rootText" presStyleLbl="node3" presStyleIdx="0" presStyleCnt="2" custScaleX="167907" custScaleY="71244" custLinFactX="-40977" custLinFactNeighborX="-100000" custLinFactNeighborY="6212">
        <dgm:presLayoutVars>
          <dgm:chPref val="3"/>
        </dgm:presLayoutVars>
      </dgm:prSet>
      <dgm:spPr/>
    </dgm:pt>
    <dgm:pt modelId="{E9F385C1-CB86-DF4F-880C-BAA5AB262F60}" type="pres">
      <dgm:prSet presAssocID="{6036B2F9-A6D1-B046-9060-AE1281FAA854}" presName="rootConnector" presStyleLbl="node3" presStyleIdx="0" presStyleCnt="2"/>
      <dgm:spPr/>
    </dgm:pt>
    <dgm:pt modelId="{1609108F-01AF-EC41-9C11-15D1CF868C94}" type="pres">
      <dgm:prSet presAssocID="{6036B2F9-A6D1-B046-9060-AE1281FAA854}" presName="hierChild4" presStyleCnt="0"/>
      <dgm:spPr/>
    </dgm:pt>
    <dgm:pt modelId="{A61A9CE2-B153-4F4E-B872-B31591E7B50E}" type="pres">
      <dgm:prSet presAssocID="{0776DC4D-8BC4-F64E-BE9A-6A3BDBBA2B33}" presName="Name37" presStyleLbl="parChTrans1D4" presStyleIdx="0" presStyleCnt="23"/>
      <dgm:spPr/>
    </dgm:pt>
    <dgm:pt modelId="{C5F295DC-89E7-E143-BD86-0B77D55163A5}" type="pres">
      <dgm:prSet presAssocID="{00ADF8C4-0657-8F4F-AA79-60381ACB1CE5}" presName="hierRoot2" presStyleCnt="0">
        <dgm:presLayoutVars>
          <dgm:hierBranch val="init"/>
        </dgm:presLayoutVars>
      </dgm:prSet>
      <dgm:spPr/>
    </dgm:pt>
    <dgm:pt modelId="{3340CF67-818A-B643-A097-E3E994E8209F}" type="pres">
      <dgm:prSet presAssocID="{00ADF8C4-0657-8F4F-AA79-60381ACB1CE5}" presName="rootComposite" presStyleCnt="0"/>
      <dgm:spPr/>
    </dgm:pt>
    <dgm:pt modelId="{BB37A471-E8BC-5B4E-AB90-900620D8C92C}" type="pres">
      <dgm:prSet presAssocID="{00ADF8C4-0657-8F4F-AA79-60381ACB1CE5}" presName="rootText" presStyleLbl="node4" presStyleIdx="0" presStyleCnt="23" custLinFactX="-40977" custLinFactNeighborX="-100000" custLinFactNeighborY="6212">
        <dgm:presLayoutVars>
          <dgm:chPref val="3"/>
        </dgm:presLayoutVars>
      </dgm:prSet>
      <dgm:spPr/>
    </dgm:pt>
    <dgm:pt modelId="{202D0863-3284-7944-8576-80050119850F}" type="pres">
      <dgm:prSet presAssocID="{00ADF8C4-0657-8F4F-AA79-60381ACB1CE5}" presName="rootConnector" presStyleLbl="node4" presStyleIdx="0" presStyleCnt="23"/>
      <dgm:spPr/>
    </dgm:pt>
    <dgm:pt modelId="{DA298CC6-A846-6C45-A4A9-170167D6FB7C}" type="pres">
      <dgm:prSet presAssocID="{00ADF8C4-0657-8F4F-AA79-60381ACB1CE5}" presName="hierChild4" presStyleCnt="0"/>
      <dgm:spPr/>
    </dgm:pt>
    <dgm:pt modelId="{DF784482-89F8-6641-8A6B-C155D68403A1}" type="pres">
      <dgm:prSet presAssocID="{F2A81F7A-DB73-7D44-A3AE-E1B2AAED8371}" presName="Name37" presStyleLbl="parChTrans1D4" presStyleIdx="1" presStyleCnt="23"/>
      <dgm:spPr/>
    </dgm:pt>
    <dgm:pt modelId="{B03F5493-9C6D-0D4F-9AA1-0AC492F34AED}" type="pres">
      <dgm:prSet presAssocID="{BF05AC21-1E10-E443-B978-B6463B56FDC0}" presName="hierRoot2" presStyleCnt="0">
        <dgm:presLayoutVars>
          <dgm:hierBranch val="init"/>
        </dgm:presLayoutVars>
      </dgm:prSet>
      <dgm:spPr/>
    </dgm:pt>
    <dgm:pt modelId="{9B2E8088-C87C-4146-95B5-7E402E24BB60}" type="pres">
      <dgm:prSet presAssocID="{BF05AC21-1E10-E443-B978-B6463B56FDC0}" presName="rootComposite" presStyleCnt="0"/>
      <dgm:spPr/>
    </dgm:pt>
    <dgm:pt modelId="{DE6C9F4C-C6CB-0D4C-94E4-B1FE7F0DA9AD}" type="pres">
      <dgm:prSet presAssocID="{BF05AC21-1E10-E443-B978-B6463B56FDC0}" presName="rootText" presStyleLbl="node4" presStyleIdx="1" presStyleCnt="23" custLinFactX="-40977" custLinFactNeighborX="-100000" custLinFactNeighborY="6212">
        <dgm:presLayoutVars>
          <dgm:chPref val="3"/>
        </dgm:presLayoutVars>
      </dgm:prSet>
      <dgm:spPr/>
    </dgm:pt>
    <dgm:pt modelId="{832A60A7-0EA1-8E4B-9987-00EB17CB2889}" type="pres">
      <dgm:prSet presAssocID="{BF05AC21-1E10-E443-B978-B6463B56FDC0}" presName="rootConnector" presStyleLbl="node4" presStyleIdx="1" presStyleCnt="23"/>
      <dgm:spPr/>
    </dgm:pt>
    <dgm:pt modelId="{1EAC008F-95D3-7C4D-974D-2C32D02B6FCF}" type="pres">
      <dgm:prSet presAssocID="{BF05AC21-1E10-E443-B978-B6463B56FDC0}" presName="hierChild4" presStyleCnt="0"/>
      <dgm:spPr/>
    </dgm:pt>
    <dgm:pt modelId="{E4E90E3E-2731-F042-9D37-DB9F9BCE6BC5}" type="pres">
      <dgm:prSet presAssocID="{4868C0B7-9FC0-9A47-A84B-F2826D8F5BCB}" presName="Name37" presStyleLbl="parChTrans1D4" presStyleIdx="2" presStyleCnt="23"/>
      <dgm:spPr/>
    </dgm:pt>
    <dgm:pt modelId="{E8914627-8B2D-874A-9A44-A4B68C1CC0C9}" type="pres">
      <dgm:prSet presAssocID="{6F89BF38-A84E-864D-A42F-F8B46FE41950}" presName="hierRoot2" presStyleCnt="0">
        <dgm:presLayoutVars>
          <dgm:hierBranch val="init"/>
        </dgm:presLayoutVars>
      </dgm:prSet>
      <dgm:spPr/>
    </dgm:pt>
    <dgm:pt modelId="{E3FB8891-7317-B744-8A16-DF74D3AC317A}" type="pres">
      <dgm:prSet presAssocID="{6F89BF38-A84E-864D-A42F-F8B46FE41950}" presName="rootComposite" presStyleCnt="0"/>
      <dgm:spPr/>
    </dgm:pt>
    <dgm:pt modelId="{2ACFABD4-55C1-4D48-9483-72FE8BF75A07}" type="pres">
      <dgm:prSet presAssocID="{6F89BF38-A84E-864D-A42F-F8B46FE41950}" presName="rootText" presStyleLbl="node4" presStyleIdx="2" presStyleCnt="23" custScaleX="150414" custLinFactX="-40977" custLinFactNeighborX="-100000" custLinFactNeighborY="6212">
        <dgm:presLayoutVars>
          <dgm:chPref val="3"/>
        </dgm:presLayoutVars>
      </dgm:prSet>
      <dgm:spPr/>
    </dgm:pt>
    <dgm:pt modelId="{BB070FBD-86B4-D843-B695-7C941D5C7CFC}" type="pres">
      <dgm:prSet presAssocID="{6F89BF38-A84E-864D-A42F-F8B46FE41950}" presName="rootConnector" presStyleLbl="node4" presStyleIdx="2" presStyleCnt="23"/>
      <dgm:spPr/>
    </dgm:pt>
    <dgm:pt modelId="{48DC053F-EB31-A446-94FF-8A19A4C5B45F}" type="pres">
      <dgm:prSet presAssocID="{6F89BF38-A84E-864D-A42F-F8B46FE41950}" presName="hierChild4" presStyleCnt="0"/>
      <dgm:spPr/>
    </dgm:pt>
    <dgm:pt modelId="{91F0C1BD-D8D7-024B-A8D6-8FEAE33632DB}" type="pres">
      <dgm:prSet presAssocID="{E5EA50FE-DC66-8541-935B-D871E151BF6C}" presName="Name37" presStyleLbl="parChTrans1D4" presStyleIdx="3" presStyleCnt="23"/>
      <dgm:spPr/>
    </dgm:pt>
    <dgm:pt modelId="{E883AC9C-E8E2-7941-9A50-EFD0FAD5116D}" type="pres">
      <dgm:prSet presAssocID="{DA3D8EEE-8FDA-0B45-B634-42027EAEE910}" presName="hierRoot2" presStyleCnt="0">
        <dgm:presLayoutVars>
          <dgm:hierBranch val="init"/>
        </dgm:presLayoutVars>
      </dgm:prSet>
      <dgm:spPr/>
    </dgm:pt>
    <dgm:pt modelId="{A7ED8C3A-7574-BD49-A73F-AAD8484808C7}" type="pres">
      <dgm:prSet presAssocID="{DA3D8EEE-8FDA-0B45-B634-42027EAEE910}" presName="rootComposite" presStyleCnt="0"/>
      <dgm:spPr/>
    </dgm:pt>
    <dgm:pt modelId="{BFE41C2E-8917-FC47-8728-AC8D9B66C971}" type="pres">
      <dgm:prSet presAssocID="{DA3D8EEE-8FDA-0B45-B634-42027EAEE910}" presName="rootText" presStyleLbl="node4" presStyleIdx="3" presStyleCnt="23" custLinFactNeighborX="-74635" custLinFactNeighborY="2369">
        <dgm:presLayoutVars>
          <dgm:chPref val="3"/>
        </dgm:presLayoutVars>
      </dgm:prSet>
      <dgm:spPr/>
    </dgm:pt>
    <dgm:pt modelId="{016FBA2C-8D46-C547-9569-E590155CBBAD}" type="pres">
      <dgm:prSet presAssocID="{DA3D8EEE-8FDA-0B45-B634-42027EAEE910}" presName="rootConnector" presStyleLbl="node4" presStyleIdx="3" presStyleCnt="23"/>
      <dgm:spPr/>
    </dgm:pt>
    <dgm:pt modelId="{B781DD00-362F-AD41-AC55-059A36D884ED}" type="pres">
      <dgm:prSet presAssocID="{DA3D8EEE-8FDA-0B45-B634-42027EAEE910}" presName="hierChild4" presStyleCnt="0"/>
      <dgm:spPr/>
    </dgm:pt>
    <dgm:pt modelId="{F275A898-D448-9F44-A779-86D1C9635402}" type="pres">
      <dgm:prSet presAssocID="{822FC99B-6AC4-7C4E-86CB-A12F77C9A22E}" presName="Name37" presStyleLbl="parChTrans1D4" presStyleIdx="4" presStyleCnt="23"/>
      <dgm:spPr/>
    </dgm:pt>
    <dgm:pt modelId="{C14DBD01-2F94-3E49-990A-ABF1923DA936}" type="pres">
      <dgm:prSet presAssocID="{A7534A1A-FEA3-B34A-AEED-79646F0832AF}" presName="hierRoot2" presStyleCnt="0">
        <dgm:presLayoutVars>
          <dgm:hierBranch val="init"/>
        </dgm:presLayoutVars>
      </dgm:prSet>
      <dgm:spPr/>
    </dgm:pt>
    <dgm:pt modelId="{DA62EEAF-AD34-8D49-A855-5B46928D0656}" type="pres">
      <dgm:prSet presAssocID="{A7534A1A-FEA3-B34A-AEED-79646F0832AF}" presName="rootComposite" presStyleCnt="0"/>
      <dgm:spPr/>
    </dgm:pt>
    <dgm:pt modelId="{E59B3C57-CCDF-7A4D-BFD8-CEF43CB6625C}" type="pres">
      <dgm:prSet presAssocID="{A7534A1A-FEA3-B34A-AEED-79646F0832AF}" presName="rootText" presStyleLbl="node4" presStyleIdx="4" presStyleCnt="23" custLinFactX="-40977" custLinFactNeighborX="-100000" custLinFactNeighborY="6212">
        <dgm:presLayoutVars>
          <dgm:chPref val="3"/>
        </dgm:presLayoutVars>
      </dgm:prSet>
      <dgm:spPr/>
    </dgm:pt>
    <dgm:pt modelId="{7EA60E6F-7C44-A745-9A52-B928D17F7BE5}" type="pres">
      <dgm:prSet presAssocID="{A7534A1A-FEA3-B34A-AEED-79646F0832AF}" presName="rootConnector" presStyleLbl="node4" presStyleIdx="4" presStyleCnt="23"/>
      <dgm:spPr/>
    </dgm:pt>
    <dgm:pt modelId="{ABA2805E-9E08-6C40-9D62-E45AB88552E8}" type="pres">
      <dgm:prSet presAssocID="{A7534A1A-FEA3-B34A-AEED-79646F0832AF}" presName="hierChild4" presStyleCnt="0"/>
      <dgm:spPr/>
    </dgm:pt>
    <dgm:pt modelId="{DE946943-C1D1-2342-855F-B68AB6521502}" type="pres">
      <dgm:prSet presAssocID="{228F8371-FB43-8A47-8311-3BD638C497C7}" presName="Name37" presStyleLbl="parChTrans1D4" presStyleIdx="5" presStyleCnt="23"/>
      <dgm:spPr/>
    </dgm:pt>
    <dgm:pt modelId="{C6FF231B-ACDE-DE46-AE53-109C151DEAA0}" type="pres">
      <dgm:prSet presAssocID="{8AAB432A-D3E6-0049-9DFF-EF9401AAF0D7}" presName="hierRoot2" presStyleCnt="0">
        <dgm:presLayoutVars>
          <dgm:hierBranch val="init"/>
        </dgm:presLayoutVars>
      </dgm:prSet>
      <dgm:spPr/>
    </dgm:pt>
    <dgm:pt modelId="{FBAC7820-F3D2-B945-84B0-CBB3BEED3938}" type="pres">
      <dgm:prSet presAssocID="{8AAB432A-D3E6-0049-9DFF-EF9401AAF0D7}" presName="rootComposite" presStyleCnt="0"/>
      <dgm:spPr/>
    </dgm:pt>
    <dgm:pt modelId="{1A807BE5-728A-F846-9952-204DC8BF9425}" type="pres">
      <dgm:prSet presAssocID="{8AAB432A-D3E6-0049-9DFF-EF9401AAF0D7}" presName="rootText" presStyleLbl="node4" presStyleIdx="5" presStyleCnt="23" custLinFactX="-40977" custLinFactNeighborX="-100000" custLinFactNeighborY="6212">
        <dgm:presLayoutVars>
          <dgm:chPref val="3"/>
        </dgm:presLayoutVars>
      </dgm:prSet>
      <dgm:spPr/>
    </dgm:pt>
    <dgm:pt modelId="{64A5FAE3-276B-824E-83AC-DA342364A8B0}" type="pres">
      <dgm:prSet presAssocID="{8AAB432A-D3E6-0049-9DFF-EF9401AAF0D7}" presName="rootConnector" presStyleLbl="node4" presStyleIdx="5" presStyleCnt="23"/>
      <dgm:spPr/>
    </dgm:pt>
    <dgm:pt modelId="{AB8DE166-3659-B643-B364-E68F29F4FF0B}" type="pres">
      <dgm:prSet presAssocID="{8AAB432A-D3E6-0049-9DFF-EF9401AAF0D7}" presName="hierChild4" presStyleCnt="0"/>
      <dgm:spPr/>
    </dgm:pt>
    <dgm:pt modelId="{095F057A-463E-204C-83BD-BD342F9AB879}" type="pres">
      <dgm:prSet presAssocID="{8AAB432A-D3E6-0049-9DFF-EF9401AAF0D7}" presName="hierChild5" presStyleCnt="0"/>
      <dgm:spPr/>
    </dgm:pt>
    <dgm:pt modelId="{1C1EF752-C217-2E42-848E-DEDB3EDF35D6}" type="pres">
      <dgm:prSet presAssocID="{A7534A1A-FEA3-B34A-AEED-79646F0832AF}" presName="hierChild5" presStyleCnt="0"/>
      <dgm:spPr/>
    </dgm:pt>
    <dgm:pt modelId="{508EF1F2-E20C-A346-AF68-DEA11D1950D7}" type="pres">
      <dgm:prSet presAssocID="{13E89C85-12D4-B940-81BD-1211C9C25010}" presName="Name37" presStyleLbl="parChTrans1D4" presStyleIdx="6" presStyleCnt="23"/>
      <dgm:spPr/>
    </dgm:pt>
    <dgm:pt modelId="{6103119D-CC1D-804C-9B5B-ED3756BE3144}" type="pres">
      <dgm:prSet presAssocID="{15F80D4D-D9FD-E947-BF12-6AE0162228DC}" presName="hierRoot2" presStyleCnt="0">
        <dgm:presLayoutVars>
          <dgm:hierBranch val="init"/>
        </dgm:presLayoutVars>
      </dgm:prSet>
      <dgm:spPr/>
    </dgm:pt>
    <dgm:pt modelId="{87AE8632-6475-E34E-AAC4-A7DA16AC2934}" type="pres">
      <dgm:prSet presAssocID="{15F80D4D-D9FD-E947-BF12-6AE0162228DC}" presName="rootComposite" presStyleCnt="0"/>
      <dgm:spPr/>
    </dgm:pt>
    <dgm:pt modelId="{9446DCA9-FACE-7C46-80B6-C5E3A7A1119B}" type="pres">
      <dgm:prSet presAssocID="{15F80D4D-D9FD-E947-BF12-6AE0162228DC}" presName="rootText" presStyleLbl="node4" presStyleIdx="6" presStyleCnt="23" custLinFactX="-40977" custLinFactNeighborX="-100000" custLinFactNeighborY="6212">
        <dgm:presLayoutVars>
          <dgm:chPref val="3"/>
        </dgm:presLayoutVars>
      </dgm:prSet>
      <dgm:spPr/>
    </dgm:pt>
    <dgm:pt modelId="{FBC9BDE3-C8E9-BC4C-BB5A-016AE7D387D0}" type="pres">
      <dgm:prSet presAssocID="{15F80D4D-D9FD-E947-BF12-6AE0162228DC}" presName="rootConnector" presStyleLbl="node4" presStyleIdx="6" presStyleCnt="23"/>
      <dgm:spPr/>
    </dgm:pt>
    <dgm:pt modelId="{B219F7FF-9740-4C4D-89FA-285B96036274}" type="pres">
      <dgm:prSet presAssocID="{15F80D4D-D9FD-E947-BF12-6AE0162228DC}" presName="hierChild4" presStyleCnt="0"/>
      <dgm:spPr/>
    </dgm:pt>
    <dgm:pt modelId="{003E4100-2566-C543-8695-F70ED0C8B034}" type="pres">
      <dgm:prSet presAssocID="{8BDBE607-F1E9-784B-8031-22D494FBFE54}" presName="Name37" presStyleLbl="parChTrans1D4" presStyleIdx="7" presStyleCnt="23"/>
      <dgm:spPr/>
    </dgm:pt>
    <dgm:pt modelId="{A3A77310-7B8F-7348-B69A-2E34C14E37E6}" type="pres">
      <dgm:prSet presAssocID="{1D661F7B-4DE2-F34D-ACA5-1CE0EA4E7594}" presName="hierRoot2" presStyleCnt="0">
        <dgm:presLayoutVars>
          <dgm:hierBranch val="init"/>
        </dgm:presLayoutVars>
      </dgm:prSet>
      <dgm:spPr/>
    </dgm:pt>
    <dgm:pt modelId="{3DFD2F3B-9077-D948-9929-181865407EC2}" type="pres">
      <dgm:prSet presAssocID="{1D661F7B-4DE2-F34D-ACA5-1CE0EA4E7594}" presName="rootComposite" presStyleCnt="0"/>
      <dgm:spPr/>
    </dgm:pt>
    <dgm:pt modelId="{EF953B74-D73F-EA4F-BEC7-402B98075E57}" type="pres">
      <dgm:prSet presAssocID="{1D661F7B-4DE2-F34D-ACA5-1CE0EA4E7594}" presName="rootText" presStyleLbl="node4" presStyleIdx="7" presStyleCnt="23" custLinFactX="-40977" custLinFactNeighborX="-100000" custLinFactNeighborY="6212">
        <dgm:presLayoutVars>
          <dgm:chPref val="3"/>
        </dgm:presLayoutVars>
      </dgm:prSet>
      <dgm:spPr/>
    </dgm:pt>
    <dgm:pt modelId="{A8C372A5-8EE1-2941-A294-47FBDD7AEBA5}" type="pres">
      <dgm:prSet presAssocID="{1D661F7B-4DE2-F34D-ACA5-1CE0EA4E7594}" presName="rootConnector" presStyleLbl="node4" presStyleIdx="7" presStyleCnt="23"/>
      <dgm:spPr/>
    </dgm:pt>
    <dgm:pt modelId="{8321CABD-D17A-8649-AEAA-2D9B298CA354}" type="pres">
      <dgm:prSet presAssocID="{1D661F7B-4DE2-F34D-ACA5-1CE0EA4E7594}" presName="hierChild4" presStyleCnt="0"/>
      <dgm:spPr/>
    </dgm:pt>
    <dgm:pt modelId="{686EFB0C-4C15-8349-AEFB-C8A15361CCB0}" type="pres">
      <dgm:prSet presAssocID="{9970368A-FBFB-8349-8388-A1784F177175}" presName="Name37" presStyleLbl="parChTrans1D4" presStyleIdx="8" presStyleCnt="23"/>
      <dgm:spPr/>
    </dgm:pt>
    <dgm:pt modelId="{CD06E75F-05C8-6946-A647-044C0CE5B16C}" type="pres">
      <dgm:prSet presAssocID="{C0724EAE-CDF4-B34B-928F-2B4D70DB65AA}" presName="hierRoot2" presStyleCnt="0">
        <dgm:presLayoutVars>
          <dgm:hierBranch val="init"/>
        </dgm:presLayoutVars>
      </dgm:prSet>
      <dgm:spPr/>
    </dgm:pt>
    <dgm:pt modelId="{9EBBF8D7-826E-EA41-962E-4465A84D115A}" type="pres">
      <dgm:prSet presAssocID="{C0724EAE-CDF4-B34B-928F-2B4D70DB65AA}" presName="rootComposite" presStyleCnt="0"/>
      <dgm:spPr/>
    </dgm:pt>
    <dgm:pt modelId="{D777CD76-41ED-FA44-BCF4-817E4FB3FEDE}" type="pres">
      <dgm:prSet presAssocID="{C0724EAE-CDF4-B34B-928F-2B4D70DB65AA}" presName="rootText" presStyleLbl="node4" presStyleIdx="8" presStyleCnt="23" custLinFactX="-40977" custLinFactNeighborX="-100000" custLinFactNeighborY="6212">
        <dgm:presLayoutVars>
          <dgm:chPref val="3"/>
        </dgm:presLayoutVars>
      </dgm:prSet>
      <dgm:spPr/>
    </dgm:pt>
    <dgm:pt modelId="{60C7A40B-AFE7-5245-BA46-EFA84416DF76}" type="pres">
      <dgm:prSet presAssocID="{C0724EAE-CDF4-B34B-928F-2B4D70DB65AA}" presName="rootConnector" presStyleLbl="node4" presStyleIdx="8" presStyleCnt="23"/>
      <dgm:spPr/>
    </dgm:pt>
    <dgm:pt modelId="{E6FFE1F3-7AA1-D242-B718-FC7BAD5316E6}" type="pres">
      <dgm:prSet presAssocID="{C0724EAE-CDF4-B34B-928F-2B4D70DB65AA}" presName="hierChild4" presStyleCnt="0"/>
      <dgm:spPr/>
    </dgm:pt>
    <dgm:pt modelId="{FA007B05-340F-4D49-A7B0-3A38A7C357FC}" type="pres">
      <dgm:prSet presAssocID="{C0724EAE-CDF4-B34B-928F-2B4D70DB65AA}" presName="hierChild5" presStyleCnt="0"/>
      <dgm:spPr/>
    </dgm:pt>
    <dgm:pt modelId="{1CA0C1A9-0F3E-5349-978D-99A879C18003}" type="pres">
      <dgm:prSet presAssocID="{1D661F7B-4DE2-F34D-ACA5-1CE0EA4E7594}" presName="hierChild5" presStyleCnt="0"/>
      <dgm:spPr/>
    </dgm:pt>
    <dgm:pt modelId="{493E069C-5C5C-1945-8421-924BCF5BF993}" type="pres">
      <dgm:prSet presAssocID="{FC1D4E63-7091-B64F-A4C8-8BF99886A5E2}" presName="Name37" presStyleLbl="parChTrans1D4" presStyleIdx="9" presStyleCnt="23"/>
      <dgm:spPr/>
    </dgm:pt>
    <dgm:pt modelId="{EAAB75C0-1DB4-E541-9440-99EBEBA1B241}" type="pres">
      <dgm:prSet presAssocID="{4984E784-8F7B-C448-87C6-A2CB2762CEE0}" presName="hierRoot2" presStyleCnt="0">
        <dgm:presLayoutVars>
          <dgm:hierBranch val="init"/>
        </dgm:presLayoutVars>
      </dgm:prSet>
      <dgm:spPr/>
    </dgm:pt>
    <dgm:pt modelId="{ED47E5EF-BDAD-0A47-8713-216C7BB40940}" type="pres">
      <dgm:prSet presAssocID="{4984E784-8F7B-C448-87C6-A2CB2762CEE0}" presName="rootComposite" presStyleCnt="0"/>
      <dgm:spPr/>
    </dgm:pt>
    <dgm:pt modelId="{BFFA47B3-A880-1A40-90A9-793AB1422969}" type="pres">
      <dgm:prSet presAssocID="{4984E784-8F7B-C448-87C6-A2CB2762CEE0}" presName="rootText" presStyleLbl="node4" presStyleIdx="9" presStyleCnt="23" custLinFactX="-40977" custLinFactNeighborX="-100000" custLinFactNeighborY="6212">
        <dgm:presLayoutVars>
          <dgm:chPref val="3"/>
        </dgm:presLayoutVars>
      </dgm:prSet>
      <dgm:spPr/>
    </dgm:pt>
    <dgm:pt modelId="{51F5E7FD-E89A-0A42-BB96-BC612B4DE5D8}" type="pres">
      <dgm:prSet presAssocID="{4984E784-8F7B-C448-87C6-A2CB2762CEE0}" presName="rootConnector" presStyleLbl="node4" presStyleIdx="9" presStyleCnt="23"/>
      <dgm:spPr/>
    </dgm:pt>
    <dgm:pt modelId="{B1E6ABDF-6A9D-9A48-AE62-E48D33D2E610}" type="pres">
      <dgm:prSet presAssocID="{4984E784-8F7B-C448-87C6-A2CB2762CEE0}" presName="hierChild4" presStyleCnt="0"/>
      <dgm:spPr/>
    </dgm:pt>
    <dgm:pt modelId="{CD8A1912-062E-A946-932A-D82D02491C1E}" type="pres">
      <dgm:prSet presAssocID="{6620DDDD-2256-4A4E-B0A6-CC8F7CEAA38B}" presName="Name37" presStyleLbl="parChTrans1D4" presStyleIdx="10" presStyleCnt="23"/>
      <dgm:spPr/>
    </dgm:pt>
    <dgm:pt modelId="{0629D8FE-C090-5C4B-993A-225DBD153F5C}" type="pres">
      <dgm:prSet presAssocID="{C092258F-D7E3-9740-A747-E697F4E2AAEE}" presName="hierRoot2" presStyleCnt="0">
        <dgm:presLayoutVars>
          <dgm:hierBranch val="init"/>
        </dgm:presLayoutVars>
      </dgm:prSet>
      <dgm:spPr/>
    </dgm:pt>
    <dgm:pt modelId="{880761F9-3295-D54D-B63F-D03EC3F4EC8F}" type="pres">
      <dgm:prSet presAssocID="{C092258F-D7E3-9740-A747-E697F4E2AAEE}" presName="rootComposite" presStyleCnt="0"/>
      <dgm:spPr/>
    </dgm:pt>
    <dgm:pt modelId="{E9EA505A-87F1-AC40-99F2-F33EB3A8750C}" type="pres">
      <dgm:prSet presAssocID="{C092258F-D7E3-9740-A747-E697F4E2AAEE}" presName="rootText" presStyleLbl="node4" presStyleIdx="10" presStyleCnt="23" custScaleX="193172" custLinFactX="-40977" custLinFactNeighborX="-100000" custLinFactNeighborY="6212">
        <dgm:presLayoutVars>
          <dgm:chPref val="3"/>
        </dgm:presLayoutVars>
      </dgm:prSet>
      <dgm:spPr/>
    </dgm:pt>
    <dgm:pt modelId="{082D0131-7010-0240-960B-73B328B4432F}" type="pres">
      <dgm:prSet presAssocID="{C092258F-D7E3-9740-A747-E697F4E2AAEE}" presName="rootConnector" presStyleLbl="node4" presStyleIdx="10" presStyleCnt="23"/>
      <dgm:spPr/>
    </dgm:pt>
    <dgm:pt modelId="{48859659-69B3-B74A-A128-0B61B382B936}" type="pres">
      <dgm:prSet presAssocID="{C092258F-D7E3-9740-A747-E697F4E2AAEE}" presName="hierChild4" presStyleCnt="0"/>
      <dgm:spPr/>
    </dgm:pt>
    <dgm:pt modelId="{8EDC7691-FD5A-9146-87D3-FDE39F295A97}" type="pres">
      <dgm:prSet presAssocID="{C092258F-D7E3-9740-A747-E697F4E2AAEE}" presName="hierChild5" presStyleCnt="0"/>
      <dgm:spPr/>
    </dgm:pt>
    <dgm:pt modelId="{FB09C41D-281B-FF49-8AAE-D1D5E89DB713}" type="pres">
      <dgm:prSet presAssocID="{4984E784-8F7B-C448-87C6-A2CB2762CEE0}" presName="hierChild5" presStyleCnt="0"/>
      <dgm:spPr/>
    </dgm:pt>
    <dgm:pt modelId="{3781E50C-778B-5D4E-AB82-07F0B4638562}" type="pres">
      <dgm:prSet presAssocID="{15F80D4D-D9FD-E947-BF12-6AE0162228DC}" presName="hierChild5" presStyleCnt="0"/>
      <dgm:spPr/>
    </dgm:pt>
    <dgm:pt modelId="{2E41E382-3E62-764E-B1EB-AE1647ED195C}" type="pres">
      <dgm:prSet presAssocID="{DA3D8EEE-8FDA-0B45-B634-42027EAEE910}" presName="hierChild5" presStyleCnt="0"/>
      <dgm:spPr/>
    </dgm:pt>
    <dgm:pt modelId="{CCE0E6E9-0E5D-C24C-9236-7F9E7AA067CB}" type="pres">
      <dgm:prSet presAssocID="{6F89BF38-A84E-864D-A42F-F8B46FE41950}" presName="hierChild5" presStyleCnt="0"/>
      <dgm:spPr/>
    </dgm:pt>
    <dgm:pt modelId="{95A1A6F3-8DB4-8841-8AC8-6FCEE7D7386D}" type="pres">
      <dgm:prSet presAssocID="{BF05AC21-1E10-E443-B978-B6463B56FDC0}" presName="hierChild5" presStyleCnt="0"/>
      <dgm:spPr/>
    </dgm:pt>
    <dgm:pt modelId="{FD0D9FDB-ABBC-BC4E-85F2-0C047BABA496}" type="pres">
      <dgm:prSet presAssocID="{1006675C-968C-9340-AA97-354429081AFC}" presName="Name37" presStyleLbl="parChTrans1D4" presStyleIdx="11" presStyleCnt="23"/>
      <dgm:spPr/>
    </dgm:pt>
    <dgm:pt modelId="{30740223-C0DA-1442-989A-D97814BFF96E}" type="pres">
      <dgm:prSet presAssocID="{91AE1CCE-8702-2448-8202-327373E010CB}" presName="hierRoot2" presStyleCnt="0">
        <dgm:presLayoutVars>
          <dgm:hierBranch val="init"/>
        </dgm:presLayoutVars>
      </dgm:prSet>
      <dgm:spPr/>
    </dgm:pt>
    <dgm:pt modelId="{B54357C5-5D96-B94C-8485-474AF2D9BB97}" type="pres">
      <dgm:prSet presAssocID="{91AE1CCE-8702-2448-8202-327373E010CB}" presName="rootComposite" presStyleCnt="0"/>
      <dgm:spPr/>
    </dgm:pt>
    <dgm:pt modelId="{9EF9B02D-DF4F-FE4B-A317-D93D4581F5DD}" type="pres">
      <dgm:prSet presAssocID="{91AE1CCE-8702-2448-8202-327373E010CB}" presName="rootText" presStyleLbl="node4" presStyleIdx="11" presStyleCnt="23" custLinFactX="-40977" custLinFactNeighborX="-100000" custLinFactNeighborY="6212">
        <dgm:presLayoutVars>
          <dgm:chPref val="3"/>
        </dgm:presLayoutVars>
      </dgm:prSet>
      <dgm:spPr/>
    </dgm:pt>
    <dgm:pt modelId="{A1F2AF92-E7A6-0342-86A2-8A7A0F5DCEFE}" type="pres">
      <dgm:prSet presAssocID="{91AE1CCE-8702-2448-8202-327373E010CB}" presName="rootConnector" presStyleLbl="node4" presStyleIdx="11" presStyleCnt="23"/>
      <dgm:spPr/>
    </dgm:pt>
    <dgm:pt modelId="{8E0061CF-C95E-EB42-927A-DA62A60EC04A}" type="pres">
      <dgm:prSet presAssocID="{91AE1CCE-8702-2448-8202-327373E010CB}" presName="hierChild4" presStyleCnt="0"/>
      <dgm:spPr/>
    </dgm:pt>
    <dgm:pt modelId="{B107A14B-4BDC-424C-B93A-32A74608922E}" type="pres">
      <dgm:prSet presAssocID="{99782A77-1037-A445-82A5-DDC24313C333}" presName="Name37" presStyleLbl="parChTrans1D4" presStyleIdx="12" presStyleCnt="23"/>
      <dgm:spPr/>
    </dgm:pt>
    <dgm:pt modelId="{3EA20CFE-AFB1-8044-B56F-D7DB3D26A08D}" type="pres">
      <dgm:prSet presAssocID="{57FB0DD8-CA81-A947-ABE5-7F05AE7AA2AF}" presName="hierRoot2" presStyleCnt="0">
        <dgm:presLayoutVars>
          <dgm:hierBranch val="init"/>
        </dgm:presLayoutVars>
      </dgm:prSet>
      <dgm:spPr/>
    </dgm:pt>
    <dgm:pt modelId="{010BCCCA-8217-8F42-A35B-C9AA0BBF52FF}" type="pres">
      <dgm:prSet presAssocID="{57FB0DD8-CA81-A947-ABE5-7F05AE7AA2AF}" presName="rootComposite" presStyleCnt="0"/>
      <dgm:spPr/>
    </dgm:pt>
    <dgm:pt modelId="{D55E269D-B4C0-3F45-A93B-177535A1B8C1}" type="pres">
      <dgm:prSet presAssocID="{57FB0DD8-CA81-A947-ABE5-7F05AE7AA2AF}" presName="rootText" presStyleLbl="node4" presStyleIdx="12" presStyleCnt="23" custScaleX="133383" custLinFactX="-40977" custLinFactNeighborX="-100000" custLinFactNeighborY="6212">
        <dgm:presLayoutVars>
          <dgm:chPref val="3"/>
        </dgm:presLayoutVars>
      </dgm:prSet>
      <dgm:spPr/>
    </dgm:pt>
    <dgm:pt modelId="{8646DED7-BCDB-D94E-81C4-D531B7C82F40}" type="pres">
      <dgm:prSet presAssocID="{57FB0DD8-CA81-A947-ABE5-7F05AE7AA2AF}" presName="rootConnector" presStyleLbl="node4" presStyleIdx="12" presStyleCnt="23"/>
      <dgm:spPr/>
    </dgm:pt>
    <dgm:pt modelId="{40F27BA6-74B5-E143-B5C6-1CAC9C29E2BE}" type="pres">
      <dgm:prSet presAssocID="{57FB0DD8-CA81-A947-ABE5-7F05AE7AA2AF}" presName="hierChild4" presStyleCnt="0"/>
      <dgm:spPr/>
    </dgm:pt>
    <dgm:pt modelId="{0A9BB3C7-4C67-1949-B4BE-EA2602A580B8}" type="pres">
      <dgm:prSet presAssocID="{E95B1EBF-4997-C644-8FC7-551B4BD791EB}" presName="Name37" presStyleLbl="parChTrans1D4" presStyleIdx="13" presStyleCnt="23"/>
      <dgm:spPr/>
    </dgm:pt>
    <dgm:pt modelId="{34D89C0C-FF4F-7E4C-9633-616825C3B6C5}" type="pres">
      <dgm:prSet presAssocID="{D0DD5229-36DF-7949-B44A-FE9089C91D4F}" presName="hierRoot2" presStyleCnt="0">
        <dgm:presLayoutVars>
          <dgm:hierBranch val="init"/>
        </dgm:presLayoutVars>
      </dgm:prSet>
      <dgm:spPr/>
    </dgm:pt>
    <dgm:pt modelId="{12B490D0-4E56-2C49-A1B7-184A049CBF08}" type="pres">
      <dgm:prSet presAssocID="{D0DD5229-36DF-7949-B44A-FE9089C91D4F}" presName="rootComposite" presStyleCnt="0"/>
      <dgm:spPr/>
    </dgm:pt>
    <dgm:pt modelId="{00AE9B91-0C5D-3A4C-B346-78F629125E86}" type="pres">
      <dgm:prSet presAssocID="{D0DD5229-36DF-7949-B44A-FE9089C91D4F}" presName="rootText" presStyleLbl="node4" presStyleIdx="13" presStyleCnt="23" custScaleX="210240" custScaleY="225662" custLinFactX="-13729" custLinFactNeighborX="-100000" custLinFactNeighborY="8581">
        <dgm:presLayoutVars>
          <dgm:chPref val="3"/>
        </dgm:presLayoutVars>
      </dgm:prSet>
      <dgm:spPr/>
    </dgm:pt>
    <dgm:pt modelId="{DDB89DC2-8370-B140-8A6E-C135625DDA63}" type="pres">
      <dgm:prSet presAssocID="{D0DD5229-36DF-7949-B44A-FE9089C91D4F}" presName="rootConnector" presStyleLbl="node4" presStyleIdx="13" presStyleCnt="23"/>
      <dgm:spPr/>
    </dgm:pt>
    <dgm:pt modelId="{091BECA7-4C02-1B42-95AD-13EA92CF0507}" type="pres">
      <dgm:prSet presAssocID="{D0DD5229-36DF-7949-B44A-FE9089C91D4F}" presName="hierChild4" presStyleCnt="0"/>
      <dgm:spPr/>
    </dgm:pt>
    <dgm:pt modelId="{33FD426D-E771-5A42-AE82-86602A75E661}" type="pres">
      <dgm:prSet presAssocID="{D0DD5229-36DF-7949-B44A-FE9089C91D4F}" presName="hierChild5" presStyleCnt="0"/>
      <dgm:spPr/>
    </dgm:pt>
    <dgm:pt modelId="{8AA2CAE3-560A-054C-92BC-4F93A35F6902}" type="pres">
      <dgm:prSet presAssocID="{57FB0DD8-CA81-A947-ABE5-7F05AE7AA2AF}" presName="hierChild5" presStyleCnt="0"/>
      <dgm:spPr/>
    </dgm:pt>
    <dgm:pt modelId="{E3C5709F-505A-9C4F-A00E-309C04FBD2C4}" type="pres">
      <dgm:prSet presAssocID="{91AE1CCE-8702-2448-8202-327373E010CB}" presName="hierChild5" presStyleCnt="0"/>
      <dgm:spPr/>
    </dgm:pt>
    <dgm:pt modelId="{2E031949-AE1F-8741-A8D0-4686B91A1CA5}" type="pres">
      <dgm:prSet presAssocID="{00ADF8C4-0657-8F4F-AA79-60381ACB1CE5}" presName="hierChild5" presStyleCnt="0"/>
      <dgm:spPr/>
    </dgm:pt>
    <dgm:pt modelId="{6EC6539B-53D6-B74E-85EE-B09D6543D857}" type="pres">
      <dgm:prSet presAssocID="{6036B2F9-A6D1-B046-9060-AE1281FAA854}" presName="hierChild5" presStyleCnt="0"/>
      <dgm:spPr/>
    </dgm:pt>
    <dgm:pt modelId="{57E2E5B2-BBC6-A747-9536-B1E16FFD5464}" type="pres">
      <dgm:prSet presAssocID="{A7950949-8F8E-D54D-9E8F-588524F414AD}" presName="hierChild5" presStyleCnt="0"/>
      <dgm:spPr/>
    </dgm:pt>
    <dgm:pt modelId="{0BE49338-4E31-7841-A977-2966EB3FE35D}" type="pres">
      <dgm:prSet presAssocID="{D2612B32-9386-1B4E-9CB9-877831004544}" presName="Name37" presStyleLbl="parChTrans1D2" presStyleIdx="1" presStyleCnt="2"/>
      <dgm:spPr/>
    </dgm:pt>
    <dgm:pt modelId="{FD2C89AA-DEEF-B148-A3EA-93D6D5D76C02}" type="pres">
      <dgm:prSet presAssocID="{F20F39C0-4569-DB4C-A37E-B1357CD4CB96}" presName="hierRoot2" presStyleCnt="0">
        <dgm:presLayoutVars>
          <dgm:hierBranch val="init"/>
        </dgm:presLayoutVars>
      </dgm:prSet>
      <dgm:spPr/>
    </dgm:pt>
    <dgm:pt modelId="{5AD928D6-AFFB-C142-9014-7EFE15269C60}" type="pres">
      <dgm:prSet presAssocID="{F20F39C0-4569-DB4C-A37E-B1357CD4CB96}" presName="rootComposite" presStyleCnt="0"/>
      <dgm:spPr/>
    </dgm:pt>
    <dgm:pt modelId="{48497C4A-B4EC-3F41-A47A-31E293546422}" type="pres">
      <dgm:prSet presAssocID="{F20F39C0-4569-DB4C-A37E-B1357CD4CB96}" presName="rootText" presStyleLbl="node2" presStyleIdx="1" presStyleCnt="2" custLinFactX="8991" custLinFactNeighborX="100000" custLinFactNeighborY="6212">
        <dgm:presLayoutVars>
          <dgm:chPref val="3"/>
        </dgm:presLayoutVars>
      </dgm:prSet>
      <dgm:spPr/>
    </dgm:pt>
    <dgm:pt modelId="{9525AC9F-A297-C74A-8316-0D6141FFB989}" type="pres">
      <dgm:prSet presAssocID="{F20F39C0-4569-DB4C-A37E-B1357CD4CB96}" presName="rootConnector" presStyleLbl="node2" presStyleIdx="1" presStyleCnt="2"/>
      <dgm:spPr/>
    </dgm:pt>
    <dgm:pt modelId="{C8BB7C00-D21D-0B44-AC94-86390B30BC1D}" type="pres">
      <dgm:prSet presAssocID="{F20F39C0-4569-DB4C-A37E-B1357CD4CB96}" presName="hierChild4" presStyleCnt="0"/>
      <dgm:spPr/>
    </dgm:pt>
    <dgm:pt modelId="{6F7C17BA-274C-B847-A4FE-6D37E1E977EC}" type="pres">
      <dgm:prSet presAssocID="{FD613AA9-5395-8D4E-B33B-C5FCDC4925B4}" presName="Name37" presStyleLbl="parChTrans1D3" presStyleIdx="1" presStyleCnt="2"/>
      <dgm:spPr/>
    </dgm:pt>
    <dgm:pt modelId="{16B6B960-314D-DA4B-82AD-6E121CB4D706}" type="pres">
      <dgm:prSet presAssocID="{5E9BA281-2FDA-6545-8F85-D6E694685912}" presName="hierRoot2" presStyleCnt="0">
        <dgm:presLayoutVars>
          <dgm:hierBranch val="init"/>
        </dgm:presLayoutVars>
      </dgm:prSet>
      <dgm:spPr/>
    </dgm:pt>
    <dgm:pt modelId="{A57E753A-2C50-894D-840A-A16C27E2C3F1}" type="pres">
      <dgm:prSet presAssocID="{5E9BA281-2FDA-6545-8F85-D6E694685912}" presName="rootComposite" presStyleCnt="0"/>
      <dgm:spPr/>
    </dgm:pt>
    <dgm:pt modelId="{0F143A57-0A14-3547-A346-8DBC4163ADC4}" type="pres">
      <dgm:prSet presAssocID="{5E9BA281-2FDA-6545-8F85-D6E694685912}" presName="rootText" presStyleLbl="node3" presStyleIdx="1" presStyleCnt="2" custScaleX="123993" custLinFactX="8991" custLinFactNeighborX="100000" custLinFactNeighborY="6212">
        <dgm:presLayoutVars>
          <dgm:chPref val="3"/>
        </dgm:presLayoutVars>
      </dgm:prSet>
      <dgm:spPr/>
    </dgm:pt>
    <dgm:pt modelId="{421C4F86-8BB5-AF45-9C98-0832D52FEC30}" type="pres">
      <dgm:prSet presAssocID="{5E9BA281-2FDA-6545-8F85-D6E694685912}" presName="rootConnector" presStyleLbl="node3" presStyleIdx="1" presStyleCnt="2"/>
      <dgm:spPr/>
    </dgm:pt>
    <dgm:pt modelId="{B0F57CA3-FD91-1742-ADE6-80B0CA2F360C}" type="pres">
      <dgm:prSet presAssocID="{5E9BA281-2FDA-6545-8F85-D6E694685912}" presName="hierChild4" presStyleCnt="0"/>
      <dgm:spPr/>
    </dgm:pt>
    <dgm:pt modelId="{64DB311A-4A1F-3A47-8952-B8E944014770}" type="pres">
      <dgm:prSet presAssocID="{2F9F8AEB-6E9F-3748-8644-76E79AACABC0}" presName="Name37" presStyleLbl="parChTrans1D4" presStyleIdx="14" presStyleCnt="23"/>
      <dgm:spPr/>
    </dgm:pt>
    <dgm:pt modelId="{1648DD9F-D409-5449-BBF7-D7C096995784}" type="pres">
      <dgm:prSet presAssocID="{226EE965-4597-0441-8B0A-A1EE4D9C029C}" presName="hierRoot2" presStyleCnt="0">
        <dgm:presLayoutVars>
          <dgm:hierBranch val="init"/>
        </dgm:presLayoutVars>
      </dgm:prSet>
      <dgm:spPr/>
    </dgm:pt>
    <dgm:pt modelId="{C312093C-4EEC-3B4E-BE5C-EF3F26F3F7AB}" type="pres">
      <dgm:prSet presAssocID="{226EE965-4597-0441-8B0A-A1EE4D9C029C}" presName="rootComposite" presStyleCnt="0"/>
      <dgm:spPr/>
    </dgm:pt>
    <dgm:pt modelId="{C9E9F3CC-11F9-DB4B-B922-E71A4B297212}" type="pres">
      <dgm:prSet presAssocID="{226EE965-4597-0441-8B0A-A1EE4D9C029C}" presName="rootText" presStyleLbl="node4" presStyleIdx="14" presStyleCnt="23" custLinFactX="8991" custLinFactNeighborX="100000" custLinFactNeighborY="6212">
        <dgm:presLayoutVars>
          <dgm:chPref val="3"/>
        </dgm:presLayoutVars>
      </dgm:prSet>
      <dgm:spPr/>
    </dgm:pt>
    <dgm:pt modelId="{5BCFC623-90DD-3241-BB0E-FF4286C4B2BA}" type="pres">
      <dgm:prSet presAssocID="{226EE965-4597-0441-8B0A-A1EE4D9C029C}" presName="rootConnector" presStyleLbl="node4" presStyleIdx="14" presStyleCnt="23"/>
      <dgm:spPr/>
    </dgm:pt>
    <dgm:pt modelId="{FEBD59AC-C5BB-0A4D-8623-3DB63A8E6F17}" type="pres">
      <dgm:prSet presAssocID="{226EE965-4597-0441-8B0A-A1EE4D9C029C}" presName="hierChild4" presStyleCnt="0"/>
      <dgm:spPr/>
    </dgm:pt>
    <dgm:pt modelId="{FACDF4A6-593E-EB41-ABD4-65D70C55C1A4}" type="pres">
      <dgm:prSet presAssocID="{DB79DD3A-F66B-854F-B905-B48BC2D0CC94}" presName="Name37" presStyleLbl="parChTrans1D4" presStyleIdx="15" presStyleCnt="23"/>
      <dgm:spPr/>
    </dgm:pt>
    <dgm:pt modelId="{E40861A5-C443-E748-B506-ABAD417FCE05}" type="pres">
      <dgm:prSet presAssocID="{0474637A-FC03-3046-9726-263AC3A63846}" presName="hierRoot2" presStyleCnt="0">
        <dgm:presLayoutVars>
          <dgm:hierBranch val="init"/>
        </dgm:presLayoutVars>
      </dgm:prSet>
      <dgm:spPr/>
    </dgm:pt>
    <dgm:pt modelId="{0EB11348-E6AD-DA48-9399-39422AA23EDD}" type="pres">
      <dgm:prSet presAssocID="{0474637A-FC03-3046-9726-263AC3A63846}" presName="rootComposite" presStyleCnt="0"/>
      <dgm:spPr/>
    </dgm:pt>
    <dgm:pt modelId="{FA16607D-1B81-9A48-B667-DA01C8E4BD74}" type="pres">
      <dgm:prSet presAssocID="{0474637A-FC03-3046-9726-263AC3A63846}" presName="rootText" presStyleLbl="node4" presStyleIdx="15" presStyleCnt="23" custLinFactX="8991" custLinFactNeighborX="100000" custLinFactNeighborY="6212">
        <dgm:presLayoutVars>
          <dgm:chPref val="3"/>
        </dgm:presLayoutVars>
      </dgm:prSet>
      <dgm:spPr/>
    </dgm:pt>
    <dgm:pt modelId="{16E4C15E-42C1-FC4D-9E4C-05A514DE8F32}" type="pres">
      <dgm:prSet presAssocID="{0474637A-FC03-3046-9726-263AC3A63846}" presName="rootConnector" presStyleLbl="node4" presStyleIdx="15" presStyleCnt="23"/>
      <dgm:spPr/>
    </dgm:pt>
    <dgm:pt modelId="{28729C0C-9E09-9E45-A8BA-56F1AEAACF89}" type="pres">
      <dgm:prSet presAssocID="{0474637A-FC03-3046-9726-263AC3A63846}" presName="hierChild4" presStyleCnt="0"/>
      <dgm:spPr/>
    </dgm:pt>
    <dgm:pt modelId="{46B63B86-DFF5-994C-AA45-21E019DDB9A3}" type="pres">
      <dgm:prSet presAssocID="{189FBA1A-E3DA-3E4B-B5F3-4C3C4B577F2F}" presName="Name37" presStyleLbl="parChTrans1D4" presStyleIdx="16" presStyleCnt="23"/>
      <dgm:spPr/>
    </dgm:pt>
    <dgm:pt modelId="{71209CF5-37D5-6C4E-BF45-C34342801A47}" type="pres">
      <dgm:prSet presAssocID="{B907C8EA-0A5C-114B-A2C0-A5B02996F085}" presName="hierRoot2" presStyleCnt="0">
        <dgm:presLayoutVars>
          <dgm:hierBranch val="init"/>
        </dgm:presLayoutVars>
      </dgm:prSet>
      <dgm:spPr/>
    </dgm:pt>
    <dgm:pt modelId="{6ABD4850-5CD1-8247-867B-1A042F037427}" type="pres">
      <dgm:prSet presAssocID="{B907C8EA-0A5C-114B-A2C0-A5B02996F085}" presName="rootComposite" presStyleCnt="0"/>
      <dgm:spPr/>
    </dgm:pt>
    <dgm:pt modelId="{4E814A77-EAB9-A847-92F8-CFFC55E43EE7}" type="pres">
      <dgm:prSet presAssocID="{B907C8EA-0A5C-114B-A2C0-A5B02996F085}" presName="rootText" presStyleLbl="node4" presStyleIdx="16" presStyleCnt="23" custScaleX="120797" custLinFactX="8991" custLinFactNeighborX="100000" custLinFactNeighborY="6212">
        <dgm:presLayoutVars>
          <dgm:chPref val="3"/>
        </dgm:presLayoutVars>
      </dgm:prSet>
      <dgm:spPr/>
    </dgm:pt>
    <dgm:pt modelId="{4BEF697F-8783-6A4A-B678-1A624F5A49F5}" type="pres">
      <dgm:prSet presAssocID="{B907C8EA-0A5C-114B-A2C0-A5B02996F085}" presName="rootConnector" presStyleLbl="node4" presStyleIdx="16" presStyleCnt="23"/>
      <dgm:spPr/>
    </dgm:pt>
    <dgm:pt modelId="{33489D80-AC73-8141-B943-9625947A0518}" type="pres">
      <dgm:prSet presAssocID="{B907C8EA-0A5C-114B-A2C0-A5B02996F085}" presName="hierChild4" presStyleCnt="0"/>
      <dgm:spPr/>
    </dgm:pt>
    <dgm:pt modelId="{E5FF68D6-D361-BB45-9C94-417F6555FE12}" type="pres">
      <dgm:prSet presAssocID="{AF74A536-C373-944E-952B-1236FBE6E38D}" presName="Name37" presStyleLbl="parChTrans1D4" presStyleIdx="17" presStyleCnt="23"/>
      <dgm:spPr/>
    </dgm:pt>
    <dgm:pt modelId="{5B3C313D-E4B4-7D41-ADC1-6DE4829B51AD}" type="pres">
      <dgm:prSet presAssocID="{594AD9F1-12AA-1444-9B6D-153F781B6472}" presName="hierRoot2" presStyleCnt="0">
        <dgm:presLayoutVars>
          <dgm:hierBranch val="init"/>
        </dgm:presLayoutVars>
      </dgm:prSet>
      <dgm:spPr/>
    </dgm:pt>
    <dgm:pt modelId="{4FB5801D-8114-0141-B6EC-6E57D93A7793}" type="pres">
      <dgm:prSet presAssocID="{594AD9F1-12AA-1444-9B6D-153F781B6472}" presName="rootComposite" presStyleCnt="0"/>
      <dgm:spPr/>
    </dgm:pt>
    <dgm:pt modelId="{0C04164C-DA43-744B-9640-71A33DCBC2AB}" type="pres">
      <dgm:prSet presAssocID="{594AD9F1-12AA-1444-9B6D-153F781B6472}" presName="rootText" presStyleLbl="node4" presStyleIdx="17" presStyleCnt="23" custScaleX="154110" custScaleY="133342" custLinFactX="8991" custLinFactNeighborX="100000" custLinFactNeighborY="6212">
        <dgm:presLayoutVars>
          <dgm:chPref val="3"/>
        </dgm:presLayoutVars>
      </dgm:prSet>
      <dgm:spPr/>
    </dgm:pt>
    <dgm:pt modelId="{1A7AEBFB-F9AA-2244-8CFB-C3729709753C}" type="pres">
      <dgm:prSet presAssocID="{594AD9F1-12AA-1444-9B6D-153F781B6472}" presName="rootConnector" presStyleLbl="node4" presStyleIdx="17" presStyleCnt="23"/>
      <dgm:spPr/>
    </dgm:pt>
    <dgm:pt modelId="{B0899A4B-E00F-F747-92D8-947555D4CE66}" type="pres">
      <dgm:prSet presAssocID="{594AD9F1-12AA-1444-9B6D-153F781B6472}" presName="hierChild4" presStyleCnt="0"/>
      <dgm:spPr/>
    </dgm:pt>
    <dgm:pt modelId="{2A3C4478-A825-D846-B186-9C5091AA7FBD}" type="pres">
      <dgm:prSet presAssocID="{594AD9F1-12AA-1444-9B6D-153F781B6472}" presName="hierChild5" presStyleCnt="0"/>
      <dgm:spPr/>
    </dgm:pt>
    <dgm:pt modelId="{A3685872-1F86-0648-B05E-8C09DD7B1FF7}" type="pres">
      <dgm:prSet presAssocID="{B907C8EA-0A5C-114B-A2C0-A5B02996F085}" presName="hierChild5" presStyleCnt="0"/>
      <dgm:spPr/>
    </dgm:pt>
    <dgm:pt modelId="{7BA62E8D-FBF8-2B4A-B3C6-DF8234F09B66}" type="pres">
      <dgm:prSet presAssocID="{0474637A-FC03-3046-9726-263AC3A63846}" presName="hierChild5" presStyleCnt="0"/>
      <dgm:spPr/>
    </dgm:pt>
    <dgm:pt modelId="{1AF8D188-820C-DF45-BAED-301DB32A9913}" type="pres">
      <dgm:prSet presAssocID="{826FA348-FABE-E840-8B44-ADEC15CE1044}" presName="Name37" presStyleLbl="parChTrans1D4" presStyleIdx="18" presStyleCnt="23"/>
      <dgm:spPr/>
    </dgm:pt>
    <dgm:pt modelId="{B93DE363-0BBE-E64B-B27F-DCBAE4345DCE}" type="pres">
      <dgm:prSet presAssocID="{982C0F5B-A17F-3B4B-AE34-5EC559BCF3E3}" presName="hierRoot2" presStyleCnt="0">
        <dgm:presLayoutVars>
          <dgm:hierBranch val="init"/>
        </dgm:presLayoutVars>
      </dgm:prSet>
      <dgm:spPr/>
    </dgm:pt>
    <dgm:pt modelId="{DC0202DA-5B01-754D-B31F-DBFD4E1A8BCD}" type="pres">
      <dgm:prSet presAssocID="{982C0F5B-A17F-3B4B-AE34-5EC559BCF3E3}" presName="rootComposite" presStyleCnt="0"/>
      <dgm:spPr/>
    </dgm:pt>
    <dgm:pt modelId="{0A71A78D-E909-BF41-8219-838C2C89FCC2}" type="pres">
      <dgm:prSet presAssocID="{982C0F5B-A17F-3B4B-AE34-5EC559BCF3E3}" presName="rootText" presStyleLbl="node4" presStyleIdx="18" presStyleCnt="23" custLinFactX="8991" custLinFactNeighborX="100000" custLinFactNeighborY="6212">
        <dgm:presLayoutVars>
          <dgm:chPref val="3"/>
        </dgm:presLayoutVars>
      </dgm:prSet>
      <dgm:spPr/>
    </dgm:pt>
    <dgm:pt modelId="{5F7A0881-09A2-E344-9C19-65F0F5D88106}" type="pres">
      <dgm:prSet presAssocID="{982C0F5B-A17F-3B4B-AE34-5EC559BCF3E3}" presName="rootConnector" presStyleLbl="node4" presStyleIdx="18" presStyleCnt="23"/>
      <dgm:spPr/>
    </dgm:pt>
    <dgm:pt modelId="{67731AD8-5E30-5B43-9901-039C5D02250C}" type="pres">
      <dgm:prSet presAssocID="{982C0F5B-A17F-3B4B-AE34-5EC559BCF3E3}" presName="hierChild4" presStyleCnt="0"/>
      <dgm:spPr/>
    </dgm:pt>
    <dgm:pt modelId="{1019AFF4-D8C8-CE45-BA36-9F2C41E4F8E7}" type="pres">
      <dgm:prSet presAssocID="{124855D8-38DC-8D40-BC48-1FA073238DE5}" presName="Name37" presStyleLbl="parChTrans1D4" presStyleIdx="19" presStyleCnt="23"/>
      <dgm:spPr/>
    </dgm:pt>
    <dgm:pt modelId="{FD53DF85-A88A-8947-9AB7-981CB379F69C}" type="pres">
      <dgm:prSet presAssocID="{71CC9448-09A8-054D-A42A-35E526B35E89}" presName="hierRoot2" presStyleCnt="0">
        <dgm:presLayoutVars>
          <dgm:hierBranch val="init"/>
        </dgm:presLayoutVars>
      </dgm:prSet>
      <dgm:spPr/>
    </dgm:pt>
    <dgm:pt modelId="{6F68CA92-7BC7-2E46-A5A2-D2B16505CA3A}" type="pres">
      <dgm:prSet presAssocID="{71CC9448-09A8-054D-A42A-35E526B35E89}" presName="rootComposite" presStyleCnt="0"/>
      <dgm:spPr/>
    </dgm:pt>
    <dgm:pt modelId="{69B241A1-06BE-4B49-9D38-40A9F75BD9C5}" type="pres">
      <dgm:prSet presAssocID="{71CC9448-09A8-054D-A42A-35E526B35E89}" presName="rootText" presStyleLbl="node4" presStyleIdx="19" presStyleCnt="23" custScaleX="116476" custLinFactX="8991" custLinFactNeighborX="100000" custLinFactNeighborY="6212">
        <dgm:presLayoutVars>
          <dgm:chPref val="3"/>
        </dgm:presLayoutVars>
      </dgm:prSet>
      <dgm:spPr/>
    </dgm:pt>
    <dgm:pt modelId="{704254D2-7645-D549-BBBC-D69B3023A3C2}" type="pres">
      <dgm:prSet presAssocID="{71CC9448-09A8-054D-A42A-35E526B35E89}" presName="rootConnector" presStyleLbl="node4" presStyleIdx="19" presStyleCnt="23"/>
      <dgm:spPr/>
    </dgm:pt>
    <dgm:pt modelId="{EBB309F9-EA3D-644E-8A70-0D71DB62273F}" type="pres">
      <dgm:prSet presAssocID="{71CC9448-09A8-054D-A42A-35E526B35E89}" presName="hierChild4" presStyleCnt="0"/>
      <dgm:spPr/>
    </dgm:pt>
    <dgm:pt modelId="{107105A4-83F5-184D-85CE-7DD08E12A0D5}" type="pres">
      <dgm:prSet presAssocID="{D27532DD-8F92-9041-AFC0-8C4FD996BE87}" presName="Name37" presStyleLbl="parChTrans1D4" presStyleIdx="20" presStyleCnt="23"/>
      <dgm:spPr/>
    </dgm:pt>
    <dgm:pt modelId="{0DAA93D2-4CEF-8D4C-9298-3C4DAB774D77}" type="pres">
      <dgm:prSet presAssocID="{4099D19D-BF2C-A548-9E93-84504D2B464E}" presName="hierRoot2" presStyleCnt="0">
        <dgm:presLayoutVars>
          <dgm:hierBranch val="init"/>
        </dgm:presLayoutVars>
      </dgm:prSet>
      <dgm:spPr/>
    </dgm:pt>
    <dgm:pt modelId="{4096EE36-32B4-8744-B1B2-F2AD2FE23085}" type="pres">
      <dgm:prSet presAssocID="{4099D19D-BF2C-A548-9E93-84504D2B464E}" presName="rootComposite" presStyleCnt="0"/>
      <dgm:spPr/>
    </dgm:pt>
    <dgm:pt modelId="{8812CDD5-0B45-EC4F-9173-20421C1F359F}" type="pres">
      <dgm:prSet presAssocID="{4099D19D-BF2C-A548-9E93-84504D2B464E}" presName="rootText" presStyleLbl="node4" presStyleIdx="20" presStyleCnt="23" custLinFactX="8991" custLinFactNeighborX="100000" custLinFactNeighborY="6212">
        <dgm:presLayoutVars>
          <dgm:chPref val="3"/>
        </dgm:presLayoutVars>
      </dgm:prSet>
      <dgm:spPr/>
    </dgm:pt>
    <dgm:pt modelId="{210D1520-A765-124D-AFB6-F541A450A584}" type="pres">
      <dgm:prSet presAssocID="{4099D19D-BF2C-A548-9E93-84504D2B464E}" presName="rootConnector" presStyleLbl="node4" presStyleIdx="20" presStyleCnt="23"/>
      <dgm:spPr/>
    </dgm:pt>
    <dgm:pt modelId="{D9E0DC90-4CF0-784F-A349-37ECFBE1519A}" type="pres">
      <dgm:prSet presAssocID="{4099D19D-BF2C-A548-9E93-84504D2B464E}" presName="hierChild4" presStyleCnt="0"/>
      <dgm:spPr/>
    </dgm:pt>
    <dgm:pt modelId="{D5244B91-B595-6843-BF3A-124DB5436E20}" type="pres">
      <dgm:prSet presAssocID="{3BFEAD3D-DF26-8742-B528-3D166A297EB6}" presName="Name37" presStyleLbl="parChTrans1D4" presStyleIdx="21" presStyleCnt="23"/>
      <dgm:spPr/>
    </dgm:pt>
    <dgm:pt modelId="{711E77D7-446C-AD41-AE0B-21F8C06B2648}" type="pres">
      <dgm:prSet presAssocID="{91E613D6-93C6-D343-992E-3A17EBDFB011}" presName="hierRoot2" presStyleCnt="0">
        <dgm:presLayoutVars>
          <dgm:hierBranch val="init"/>
        </dgm:presLayoutVars>
      </dgm:prSet>
      <dgm:spPr/>
    </dgm:pt>
    <dgm:pt modelId="{6BE6D3FA-FBDB-D445-B0B5-D80F7112FF28}" type="pres">
      <dgm:prSet presAssocID="{91E613D6-93C6-D343-992E-3A17EBDFB011}" presName="rootComposite" presStyleCnt="0"/>
      <dgm:spPr/>
    </dgm:pt>
    <dgm:pt modelId="{FA81F937-48A2-7144-9438-CF9267137C70}" type="pres">
      <dgm:prSet presAssocID="{91E613D6-93C6-D343-992E-3A17EBDFB011}" presName="rootText" presStyleLbl="node4" presStyleIdx="21" presStyleCnt="23" custScaleX="276726" custScaleY="168435" custLinFactX="8991" custLinFactNeighborX="100000" custLinFactNeighborY="6212">
        <dgm:presLayoutVars>
          <dgm:chPref val="3"/>
        </dgm:presLayoutVars>
      </dgm:prSet>
      <dgm:spPr/>
    </dgm:pt>
    <dgm:pt modelId="{CE9483A1-8A76-C24D-82C5-E424B52FC0A3}" type="pres">
      <dgm:prSet presAssocID="{91E613D6-93C6-D343-992E-3A17EBDFB011}" presName="rootConnector" presStyleLbl="node4" presStyleIdx="21" presStyleCnt="23"/>
      <dgm:spPr/>
    </dgm:pt>
    <dgm:pt modelId="{98636B85-EF71-4C41-A296-470D92C3EA78}" type="pres">
      <dgm:prSet presAssocID="{91E613D6-93C6-D343-992E-3A17EBDFB011}" presName="hierChild4" presStyleCnt="0"/>
      <dgm:spPr/>
    </dgm:pt>
    <dgm:pt modelId="{CBE839AE-48F4-8F41-BC40-52E6A8F34C3F}" type="pres">
      <dgm:prSet presAssocID="{91E613D6-93C6-D343-992E-3A17EBDFB011}" presName="hierChild5" presStyleCnt="0"/>
      <dgm:spPr/>
    </dgm:pt>
    <dgm:pt modelId="{40C95581-10E7-E04A-BE76-EB7B756835C4}" type="pres">
      <dgm:prSet presAssocID="{4FFBB9B2-F4A2-FC48-AA97-0BB5254D1AC2}" presName="Name37" presStyleLbl="parChTrans1D4" presStyleIdx="22" presStyleCnt="23"/>
      <dgm:spPr/>
    </dgm:pt>
    <dgm:pt modelId="{A082AE60-9C1E-164F-B73D-5D04DEC9D56E}" type="pres">
      <dgm:prSet presAssocID="{5774C2A8-5092-5542-AEB0-68D0D32AB57C}" presName="hierRoot2" presStyleCnt="0">
        <dgm:presLayoutVars>
          <dgm:hierBranch val="init"/>
        </dgm:presLayoutVars>
      </dgm:prSet>
      <dgm:spPr/>
    </dgm:pt>
    <dgm:pt modelId="{6FA03E2B-AA28-804D-8DAC-ABB8D9AD6488}" type="pres">
      <dgm:prSet presAssocID="{5774C2A8-5092-5542-AEB0-68D0D32AB57C}" presName="rootComposite" presStyleCnt="0"/>
      <dgm:spPr/>
    </dgm:pt>
    <dgm:pt modelId="{81052660-A12F-A048-B90B-4C6628FADFEA}" type="pres">
      <dgm:prSet presAssocID="{5774C2A8-5092-5542-AEB0-68D0D32AB57C}" presName="rootText" presStyleLbl="node4" presStyleIdx="22" presStyleCnt="23" custScaleX="276726" custScaleY="192266" custLinFactX="8991" custLinFactNeighborX="100000" custLinFactNeighborY="237">
        <dgm:presLayoutVars>
          <dgm:chPref val="3"/>
        </dgm:presLayoutVars>
      </dgm:prSet>
      <dgm:spPr/>
    </dgm:pt>
    <dgm:pt modelId="{51A9397C-76AD-6B4D-A9E5-4E200AE11131}" type="pres">
      <dgm:prSet presAssocID="{5774C2A8-5092-5542-AEB0-68D0D32AB57C}" presName="rootConnector" presStyleLbl="node4" presStyleIdx="22" presStyleCnt="23"/>
      <dgm:spPr/>
    </dgm:pt>
    <dgm:pt modelId="{987104E8-A26C-2F45-8A24-38338EA88DC6}" type="pres">
      <dgm:prSet presAssocID="{5774C2A8-5092-5542-AEB0-68D0D32AB57C}" presName="hierChild4" presStyleCnt="0"/>
      <dgm:spPr/>
    </dgm:pt>
    <dgm:pt modelId="{4987C110-C681-C748-A0A7-29E8133EB2F1}" type="pres">
      <dgm:prSet presAssocID="{5774C2A8-5092-5542-AEB0-68D0D32AB57C}" presName="hierChild5" presStyleCnt="0"/>
      <dgm:spPr/>
    </dgm:pt>
    <dgm:pt modelId="{E963B9E4-21D9-5A4C-9552-269D1F826E92}" type="pres">
      <dgm:prSet presAssocID="{4099D19D-BF2C-A548-9E93-84504D2B464E}" presName="hierChild5" presStyleCnt="0"/>
      <dgm:spPr/>
    </dgm:pt>
    <dgm:pt modelId="{25A27260-084F-B04D-A0F8-A4FAAF5CABA8}" type="pres">
      <dgm:prSet presAssocID="{71CC9448-09A8-054D-A42A-35E526B35E89}" presName="hierChild5" presStyleCnt="0"/>
      <dgm:spPr/>
    </dgm:pt>
    <dgm:pt modelId="{31F6FCAD-6FD5-B947-A03C-53912CE6FDA9}" type="pres">
      <dgm:prSet presAssocID="{982C0F5B-A17F-3B4B-AE34-5EC559BCF3E3}" presName="hierChild5" presStyleCnt="0"/>
      <dgm:spPr/>
    </dgm:pt>
    <dgm:pt modelId="{91B14471-9FBD-4A48-8414-A7092B47B2D5}" type="pres">
      <dgm:prSet presAssocID="{226EE965-4597-0441-8B0A-A1EE4D9C029C}" presName="hierChild5" presStyleCnt="0"/>
      <dgm:spPr/>
    </dgm:pt>
    <dgm:pt modelId="{010A70A3-7BE4-5E46-86D4-D83AAB340F60}" type="pres">
      <dgm:prSet presAssocID="{5E9BA281-2FDA-6545-8F85-D6E694685912}" presName="hierChild5" presStyleCnt="0"/>
      <dgm:spPr/>
    </dgm:pt>
    <dgm:pt modelId="{9A9BFE9C-50A9-B946-9D4A-D14CFC9A0EF7}" type="pres">
      <dgm:prSet presAssocID="{F20F39C0-4569-DB4C-A37E-B1357CD4CB96}" presName="hierChild5" presStyleCnt="0"/>
      <dgm:spPr/>
    </dgm:pt>
    <dgm:pt modelId="{FAD2F149-1766-7D43-9D56-C32AF7288DDB}" type="pres">
      <dgm:prSet presAssocID="{ECA7E29C-CA00-9642-A6C1-C1B06763A242}" presName="hierChild3" presStyleCnt="0"/>
      <dgm:spPr/>
    </dgm:pt>
  </dgm:ptLst>
  <dgm:cxnLst>
    <dgm:cxn modelId="{B8257100-34BD-CC4E-AE4B-49E241F65098}" type="presOf" srcId="{4099D19D-BF2C-A548-9E93-84504D2B464E}" destId="{8812CDD5-0B45-EC4F-9173-20421C1F359F}" srcOrd="0" destOrd="0" presId="urn:microsoft.com/office/officeart/2005/8/layout/orgChart1"/>
    <dgm:cxn modelId="{718FA900-D4BD-D546-A61C-E534B9C38A4D}" type="presOf" srcId="{4984E784-8F7B-C448-87C6-A2CB2762CEE0}" destId="{51F5E7FD-E89A-0A42-BB96-BC612B4DE5D8}" srcOrd="1" destOrd="0" presId="urn:microsoft.com/office/officeart/2005/8/layout/orgChart1"/>
    <dgm:cxn modelId="{E2632D01-C778-F54B-B0A0-EBDAE0B37851}" type="presOf" srcId="{1CA851FC-4408-2144-AFFC-05AACC9B6974}" destId="{02EF8CCE-7217-CB4D-B894-FA1BA2735161}" srcOrd="0" destOrd="0" presId="urn:microsoft.com/office/officeart/2005/8/layout/orgChart1"/>
    <dgm:cxn modelId="{CFF6B402-5D21-594A-9941-1A263C978D01}" type="presOf" srcId="{A7950949-8F8E-D54D-9E8F-588524F414AD}" destId="{23F8AEF7-E825-7441-A8AA-159E91F445E1}" srcOrd="1" destOrd="0" presId="urn:microsoft.com/office/officeart/2005/8/layout/orgChart1"/>
    <dgm:cxn modelId="{985DEB05-AD46-1342-A402-C38BBC5AF7FF}" type="presOf" srcId="{BF05AC21-1E10-E443-B978-B6463B56FDC0}" destId="{832A60A7-0EA1-8E4B-9987-00EB17CB2889}" srcOrd="1" destOrd="0" presId="urn:microsoft.com/office/officeart/2005/8/layout/orgChart1"/>
    <dgm:cxn modelId="{F883B907-D944-5949-A651-B2A7BCCDEB57}" type="presOf" srcId="{8AAB432A-D3E6-0049-9DFF-EF9401AAF0D7}" destId="{64A5FAE3-276B-824E-83AC-DA342364A8B0}" srcOrd="1" destOrd="0" presId="urn:microsoft.com/office/officeart/2005/8/layout/orgChart1"/>
    <dgm:cxn modelId="{5777FF08-F310-9745-A6FB-ECF4CE880A56}" type="presOf" srcId="{5E9BA281-2FDA-6545-8F85-D6E694685912}" destId="{0F143A57-0A14-3547-A346-8DBC4163ADC4}" srcOrd="0" destOrd="0" presId="urn:microsoft.com/office/officeart/2005/8/layout/orgChart1"/>
    <dgm:cxn modelId="{B0C5150B-42C5-574E-8521-81C1A6FC8D0D}" type="presOf" srcId="{6620DDDD-2256-4A4E-B0A6-CC8F7CEAA38B}" destId="{CD8A1912-062E-A946-932A-D82D02491C1E}" srcOrd="0" destOrd="0" presId="urn:microsoft.com/office/officeart/2005/8/layout/orgChart1"/>
    <dgm:cxn modelId="{E507090C-4297-E942-B55C-49C61505195E}" type="presOf" srcId="{F20F39C0-4569-DB4C-A37E-B1357CD4CB96}" destId="{9525AC9F-A297-C74A-8316-0D6141FFB989}" srcOrd="1" destOrd="0" presId="urn:microsoft.com/office/officeart/2005/8/layout/orgChart1"/>
    <dgm:cxn modelId="{2272680C-C0FF-0A48-8B56-6F46AC8DFAFA}" type="presOf" srcId="{A7534A1A-FEA3-B34A-AEED-79646F0832AF}" destId="{7EA60E6F-7C44-A745-9A52-B928D17F7BE5}" srcOrd="1" destOrd="0" presId="urn:microsoft.com/office/officeart/2005/8/layout/orgChart1"/>
    <dgm:cxn modelId="{2199F00F-40BC-8B46-A4C6-6EC7F287795B}" type="presOf" srcId="{C092258F-D7E3-9740-A747-E697F4E2AAEE}" destId="{E9EA505A-87F1-AC40-99F2-F33EB3A8750C}" srcOrd="0" destOrd="0" presId="urn:microsoft.com/office/officeart/2005/8/layout/orgChart1"/>
    <dgm:cxn modelId="{5B713513-29BB-D547-B841-7008ABE30618}" srcId="{4099D19D-BF2C-A548-9E93-84504D2B464E}" destId="{5774C2A8-5092-5542-AEB0-68D0D32AB57C}" srcOrd="1" destOrd="0" parTransId="{4FFBB9B2-F4A2-FC48-AA97-0BB5254D1AC2}" sibTransId="{12B1C221-ECCB-A942-B05A-087A5CB272E7}"/>
    <dgm:cxn modelId="{E8FBDF13-E968-4947-B493-9A0590553008}" type="presOf" srcId="{8AAB432A-D3E6-0049-9DFF-EF9401AAF0D7}" destId="{1A807BE5-728A-F846-9952-204DC8BF9425}" srcOrd="0" destOrd="0" presId="urn:microsoft.com/office/officeart/2005/8/layout/orgChart1"/>
    <dgm:cxn modelId="{D3ECDD17-C645-6F46-B52A-27174B36C986}" srcId="{DA3D8EEE-8FDA-0B45-B634-42027EAEE910}" destId="{A7534A1A-FEA3-B34A-AEED-79646F0832AF}" srcOrd="0" destOrd="0" parTransId="{822FC99B-6AC4-7C4E-86CB-A12F77C9A22E}" sibTransId="{BAD9A6D1-8A38-0749-8D27-541698777DC0}"/>
    <dgm:cxn modelId="{1AB46019-7B2E-BB42-9A1C-F4F1A156884F}" srcId="{1CA851FC-4408-2144-AFFC-05AACC9B6974}" destId="{ECA7E29C-CA00-9642-A6C1-C1B06763A242}" srcOrd="0" destOrd="0" parTransId="{392A7ECB-7330-1F46-AC1D-BC73E76415F9}" sibTransId="{656DA958-5F49-B14F-9729-E1C05F83F0EE}"/>
    <dgm:cxn modelId="{F3E1981B-104A-6649-B00A-29AC8F8B77DA}" type="presOf" srcId="{189FBA1A-E3DA-3E4B-B5F3-4C3C4B577F2F}" destId="{46B63B86-DFF5-994C-AA45-21E019DDB9A3}" srcOrd="0" destOrd="0" presId="urn:microsoft.com/office/officeart/2005/8/layout/orgChart1"/>
    <dgm:cxn modelId="{A17DF61B-0D56-CE4C-9F40-2E2193D4569E}" type="presOf" srcId="{B1E1BBCE-86E5-6C48-A141-1370F9EF79AC}" destId="{4A3A5AE0-9BD4-8145-8EC7-FBB33CD8F717}" srcOrd="0" destOrd="0" presId="urn:microsoft.com/office/officeart/2005/8/layout/orgChart1"/>
    <dgm:cxn modelId="{55603E1F-B7F6-C941-B12B-AD59888E7F7D}" srcId="{91AE1CCE-8702-2448-8202-327373E010CB}" destId="{57FB0DD8-CA81-A947-ABE5-7F05AE7AA2AF}" srcOrd="0" destOrd="0" parTransId="{99782A77-1037-A445-82A5-DDC24313C333}" sibTransId="{D980C599-FD64-784F-B94B-82EFBA42A314}"/>
    <dgm:cxn modelId="{71155B1F-2FB7-514B-828D-4B1A0DE93A0E}" type="presOf" srcId="{8BDBE607-F1E9-784B-8031-22D494FBFE54}" destId="{003E4100-2566-C543-8695-F70ED0C8B034}" srcOrd="0" destOrd="0" presId="urn:microsoft.com/office/officeart/2005/8/layout/orgChart1"/>
    <dgm:cxn modelId="{9E458F20-F8C7-554F-BD2B-6CB6FD6657DE}" srcId="{15F80D4D-D9FD-E947-BF12-6AE0162228DC}" destId="{1D661F7B-4DE2-F34D-ACA5-1CE0EA4E7594}" srcOrd="0" destOrd="0" parTransId="{8BDBE607-F1E9-784B-8031-22D494FBFE54}" sibTransId="{97E0C4CB-C115-F94C-AC94-49590B5F94B5}"/>
    <dgm:cxn modelId="{DAF67021-73BC-0547-9072-A30810B5C78D}" type="presOf" srcId="{D0DD5229-36DF-7949-B44A-FE9089C91D4F}" destId="{00AE9B91-0C5D-3A4C-B346-78F629125E86}" srcOrd="0" destOrd="0" presId="urn:microsoft.com/office/officeart/2005/8/layout/orgChart1"/>
    <dgm:cxn modelId="{31BE2E26-4C6B-E846-AF4C-A0A070D29FA5}" type="presOf" srcId="{594AD9F1-12AA-1444-9B6D-153F781B6472}" destId="{0C04164C-DA43-744B-9640-71A33DCBC2AB}" srcOrd="0" destOrd="0" presId="urn:microsoft.com/office/officeart/2005/8/layout/orgChart1"/>
    <dgm:cxn modelId="{1C43462B-E6BA-9D49-95FE-2A48E36B2E4F}" type="presOf" srcId="{6036B2F9-A6D1-B046-9060-AE1281FAA854}" destId="{E9F385C1-CB86-DF4F-880C-BAA5AB262F60}" srcOrd="1" destOrd="0" presId="urn:microsoft.com/office/officeart/2005/8/layout/orgChart1"/>
    <dgm:cxn modelId="{985B302E-7540-9342-A6C6-991FD32A6771}" type="presOf" srcId="{AF74A536-C373-944E-952B-1236FBE6E38D}" destId="{E5FF68D6-D361-BB45-9C94-417F6555FE12}" srcOrd="0" destOrd="0" presId="urn:microsoft.com/office/officeart/2005/8/layout/orgChart1"/>
    <dgm:cxn modelId="{3F5B3632-0034-4148-B560-F10637A86BEA}" type="presOf" srcId="{B907C8EA-0A5C-114B-A2C0-A5B02996F085}" destId="{4E814A77-EAB9-A847-92F8-CFFC55E43EE7}" srcOrd="0" destOrd="0" presId="urn:microsoft.com/office/officeart/2005/8/layout/orgChart1"/>
    <dgm:cxn modelId="{1F79E336-3E1D-E440-8A2C-10CAF7ECC840}" srcId="{6036B2F9-A6D1-B046-9060-AE1281FAA854}" destId="{00ADF8C4-0657-8F4F-AA79-60381ACB1CE5}" srcOrd="0" destOrd="0" parTransId="{0776DC4D-8BC4-F64E-BE9A-6A3BDBBA2B33}" sibTransId="{0EB068F4-0BEA-6041-B314-D2F643C2E344}"/>
    <dgm:cxn modelId="{E598993B-7B76-2F48-AAC0-FDA8A298F8D9}" type="presOf" srcId="{228F8371-FB43-8A47-8311-3BD638C497C7}" destId="{DE946943-C1D1-2342-855F-B68AB6521502}" srcOrd="0" destOrd="0" presId="urn:microsoft.com/office/officeart/2005/8/layout/orgChart1"/>
    <dgm:cxn modelId="{06E1023E-A42F-E043-8E5C-351FFF625736}" type="presOf" srcId="{B907C8EA-0A5C-114B-A2C0-A5B02996F085}" destId="{4BEF697F-8783-6A4A-B678-1A624F5A49F5}" srcOrd="1" destOrd="0" presId="urn:microsoft.com/office/officeart/2005/8/layout/orgChart1"/>
    <dgm:cxn modelId="{F0F7B23F-F62A-C149-85BD-899CEF7EE500}" type="presOf" srcId="{91AE1CCE-8702-2448-8202-327373E010CB}" destId="{A1F2AF92-E7A6-0342-86A2-8A7A0F5DCEFE}" srcOrd="1" destOrd="0" presId="urn:microsoft.com/office/officeart/2005/8/layout/orgChart1"/>
    <dgm:cxn modelId="{3828D63F-1CF4-3C40-BEB5-1BC8390C16F1}" type="presOf" srcId="{DA3D8EEE-8FDA-0B45-B634-42027EAEE910}" destId="{BFE41C2E-8917-FC47-8728-AC8D9B66C971}" srcOrd="0" destOrd="0" presId="urn:microsoft.com/office/officeart/2005/8/layout/orgChart1"/>
    <dgm:cxn modelId="{82C3EC3F-0C2F-E04F-8C72-92B1B6B0396C}" type="presOf" srcId="{1006675C-968C-9340-AA97-354429081AFC}" destId="{FD0D9FDB-ABBC-BC4E-85F2-0C047BABA496}" srcOrd="0" destOrd="0" presId="urn:microsoft.com/office/officeart/2005/8/layout/orgChart1"/>
    <dgm:cxn modelId="{E1E19E46-11E0-6343-A21A-B610F28BC78E}" type="presOf" srcId="{826FA348-FABE-E840-8B44-ADEC15CE1044}" destId="{1AF8D188-820C-DF45-BAED-301DB32A9913}" srcOrd="0" destOrd="0" presId="urn:microsoft.com/office/officeart/2005/8/layout/orgChart1"/>
    <dgm:cxn modelId="{5BD2A546-8F29-204B-94EE-B2ABF7CC3EFC}" srcId="{00ADF8C4-0657-8F4F-AA79-60381ACB1CE5}" destId="{BF05AC21-1E10-E443-B978-B6463B56FDC0}" srcOrd="0" destOrd="0" parTransId="{F2A81F7A-DB73-7D44-A3AE-E1B2AAED8371}" sibTransId="{EE9B46BD-25C6-CC4B-AAFB-653EF77B9B6D}"/>
    <dgm:cxn modelId="{A9FEDA46-FCB7-4548-BC17-18A89230AA2C}" type="presOf" srcId="{4FFBB9B2-F4A2-FC48-AA97-0BB5254D1AC2}" destId="{40C95581-10E7-E04A-BE76-EB7B756835C4}" srcOrd="0" destOrd="0" presId="urn:microsoft.com/office/officeart/2005/8/layout/orgChart1"/>
    <dgm:cxn modelId="{FFF4A14D-79C0-1348-96E1-722B322F2FF2}" type="presOf" srcId="{A7950949-8F8E-D54D-9E8F-588524F414AD}" destId="{30051186-F022-804C-843B-F6C252C109EB}" srcOrd="0" destOrd="0" presId="urn:microsoft.com/office/officeart/2005/8/layout/orgChart1"/>
    <dgm:cxn modelId="{2A675E51-48E5-CD49-A9DD-6DB42F2B691C}" type="presOf" srcId="{0474637A-FC03-3046-9726-263AC3A63846}" destId="{16E4C15E-42C1-FC4D-9E4C-05A514DE8F32}" srcOrd="1" destOrd="0" presId="urn:microsoft.com/office/officeart/2005/8/layout/orgChart1"/>
    <dgm:cxn modelId="{A448DF53-59F8-0746-AB1D-51D81B3E6110}" type="presOf" srcId="{6F89BF38-A84E-864D-A42F-F8B46FE41950}" destId="{BB070FBD-86B4-D843-B695-7C941D5C7CFC}" srcOrd="1" destOrd="0" presId="urn:microsoft.com/office/officeart/2005/8/layout/orgChart1"/>
    <dgm:cxn modelId="{322ABE54-C60D-FA45-A91A-29AA26FF4D28}" type="presOf" srcId="{2F9F8AEB-6E9F-3748-8644-76E79AACABC0}" destId="{64DB311A-4A1F-3A47-8952-B8E944014770}" srcOrd="0" destOrd="0" presId="urn:microsoft.com/office/officeart/2005/8/layout/orgChart1"/>
    <dgm:cxn modelId="{F8698555-A400-0046-A23C-E6DB02E1572A}" type="presOf" srcId="{ECA7E29C-CA00-9642-A6C1-C1B06763A242}" destId="{EB98ADEA-669B-6C46-9860-C87692DDD31F}" srcOrd="0" destOrd="0" presId="urn:microsoft.com/office/officeart/2005/8/layout/orgChart1"/>
    <dgm:cxn modelId="{B94F7F5D-9C04-D74B-BFB8-98B5CB5EFEA3}" srcId="{ECA7E29C-CA00-9642-A6C1-C1B06763A242}" destId="{F20F39C0-4569-DB4C-A37E-B1357CD4CB96}" srcOrd="1" destOrd="0" parTransId="{D2612B32-9386-1B4E-9CB9-877831004544}" sibTransId="{B16470E7-4401-3C4D-BEF3-1D64BF8AE010}"/>
    <dgm:cxn modelId="{EBDC8E5E-5B02-BB48-B67D-ECE860B3FC65}" type="presOf" srcId="{6F89BF38-A84E-864D-A42F-F8B46FE41950}" destId="{2ACFABD4-55C1-4D48-9483-72FE8BF75A07}" srcOrd="0" destOrd="0" presId="urn:microsoft.com/office/officeart/2005/8/layout/orgChart1"/>
    <dgm:cxn modelId="{C9631260-D1AE-EF45-AF23-4ACAE56462B0}" type="presOf" srcId="{DB79DD3A-F66B-854F-B905-B48BC2D0CC94}" destId="{FACDF4A6-593E-EB41-ABD4-65D70C55C1A4}" srcOrd="0" destOrd="0" presId="urn:microsoft.com/office/officeart/2005/8/layout/orgChart1"/>
    <dgm:cxn modelId="{E834B160-19EB-FE45-AD2B-EA3ADB7302FB}" srcId="{BF05AC21-1E10-E443-B978-B6463B56FDC0}" destId="{6F89BF38-A84E-864D-A42F-F8B46FE41950}" srcOrd="0" destOrd="0" parTransId="{4868C0B7-9FC0-9A47-A84B-F2826D8F5BCB}" sibTransId="{B8C64449-0E8F-114D-A06D-D2B1A32DE062}"/>
    <dgm:cxn modelId="{A0450866-2233-9C4B-B574-A69302C68A42}" type="presOf" srcId="{5E9BA281-2FDA-6545-8F85-D6E694685912}" destId="{421C4F86-8BB5-AF45-9C98-0832D52FEC30}" srcOrd="1" destOrd="0" presId="urn:microsoft.com/office/officeart/2005/8/layout/orgChart1"/>
    <dgm:cxn modelId="{BAD61768-4032-F349-AF2E-422261DCE2BD}" type="presOf" srcId="{15F80D4D-D9FD-E947-BF12-6AE0162228DC}" destId="{FBC9BDE3-C8E9-BC4C-BB5A-016AE7D387D0}" srcOrd="1" destOrd="0" presId="urn:microsoft.com/office/officeart/2005/8/layout/orgChart1"/>
    <dgm:cxn modelId="{CF583F69-1612-C147-B7FC-CCFDB49B4A60}" srcId="{5E9BA281-2FDA-6545-8F85-D6E694685912}" destId="{226EE965-4597-0441-8B0A-A1EE4D9C029C}" srcOrd="0" destOrd="0" parTransId="{2F9F8AEB-6E9F-3748-8644-76E79AACABC0}" sibTransId="{00EFCA8F-8F85-1943-8C0E-63979074D6E1}"/>
    <dgm:cxn modelId="{E15B5B69-479B-F444-9E11-C459E4E426E6}" type="presOf" srcId="{226EE965-4597-0441-8B0A-A1EE4D9C029C}" destId="{C9E9F3CC-11F9-DB4B-B922-E71A4B297212}" srcOrd="0" destOrd="0" presId="urn:microsoft.com/office/officeart/2005/8/layout/orgChart1"/>
    <dgm:cxn modelId="{4B11A06A-B42E-4D4E-AD0C-3408093BC1C1}" type="presOf" srcId="{DA3D8EEE-8FDA-0B45-B634-42027EAEE910}" destId="{016FBA2C-8D46-C547-9569-E590155CBBAD}" srcOrd="1" destOrd="0" presId="urn:microsoft.com/office/officeart/2005/8/layout/orgChart1"/>
    <dgm:cxn modelId="{4CE5326F-F268-A54A-A705-321A4F6F6591}" type="presOf" srcId="{ECA7E29C-CA00-9642-A6C1-C1B06763A242}" destId="{B33E1E6A-7440-A142-B196-4068FAD53ECE}" srcOrd="1" destOrd="0" presId="urn:microsoft.com/office/officeart/2005/8/layout/orgChart1"/>
    <dgm:cxn modelId="{9960E171-53D2-6D48-B509-146DC35111F2}" srcId="{ECA7E29C-CA00-9642-A6C1-C1B06763A242}" destId="{A7950949-8F8E-D54D-9E8F-588524F414AD}" srcOrd="0" destOrd="0" parTransId="{B1E1BBCE-86E5-6C48-A141-1370F9EF79AC}" sibTransId="{E698B590-AD90-C64A-BD89-B1E485AD8388}"/>
    <dgm:cxn modelId="{D0B76873-1FFF-014F-BAC1-5E864EBC6353}" type="presOf" srcId="{F20F39C0-4569-DB4C-A37E-B1357CD4CB96}" destId="{48497C4A-B4EC-3F41-A47A-31E293546422}" srcOrd="0" destOrd="0" presId="urn:microsoft.com/office/officeart/2005/8/layout/orgChart1"/>
    <dgm:cxn modelId="{49D8F373-399A-9B49-BFD5-BD8B5F4FF4DF}" type="presOf" srcId="{C092258F-D7E3-9740-A747-E697F4E2AAEE}" destId="{082D0131-7010-0240-960B-73B328B4432F}" srcOrd="1" destOrd="0" presId="urn:microsoft.com/office/officeart/2005/8/layout/orgChart1"/>
    <dgm:cxn modelId="{1C37C074-882F-BB46-B9F0-74E77C78FED7}" type="presOf" srcId="{4099D19D-BF2C-A548-9E93-84504D2B464E}" destId="{210D1520-A765-124D-AFB6-F541A450A584}" srcOrd="1" destOrd="0" presId="urn:microsoft.com/office/officeart/2005/8/layout/orgChart1"/>
    <dgm:cxn modelId="{21494875-B63E-614D-96D5-0940A91A9A36}" type="presOf" srcId="{5774C2A8-5092-5542-AEB0-68D0D32AB57C}" destId="{51A9397C-76AD-6B4D-A9E5-4E200AE11131}" srcOrd="1" destOrd="0" presId="urn:microsoft.com/office/officeart/2005/8/layout/orgChart1"/>
    <dgm:cxn modelId="{0AB16879-7D1B-F94A-BF3B-2B351027E647}" srcId="{6F89BF38-A84E-864D-A42F-F8B46FE41950}" destId="{DA3D8EEE-8FDA-0B45-B634-42027EAEE910}" srcOrd="0" destOrd="0" parTransId="{E5EA50FE-DC66-8541-935B-D871E151BF6C}" sibTransId="{9761EFFB-BBA9-3C43-91DB-C6D2BDF267FA}"/>
    <dgm:cxn modelId="{C4469279-5D87-964C-8F0A-AB2BC7917A75}" type="presOf" srcId="{BF05AC21-1E10-E443-B978-B6463B56FDC0}" destId="{DE6C9F4C-C6CB-0D4C-94E4-B1FE7F0DA9AD}" srcOrd="0" destOrd="0" presId="urn:microsoft.com/office/officeart/2005/8/layout/orgChart1"/>
    <dgm:cxn modelId="{210F2A7C-6F4F-7241-9129-697E3EB73E2F}" type="presOf" srcId="{C0724EAE-CDF4-B34B-928F-2B4D70DB65AA}" destId="{60C7A40B-AFE7-5245-BA46-EFA84416DF76}" srcOrd="1" destOrd="0" presId="urn:microsoft.com/office/officeart/2005/8/layout/orgChart1"/>
    <dgm:cxn modelId="{1E1D2B82-02BB-FE49-B2FA-74CA8656D7B8}" type="presOf" srcId="{F2A81F7A-DB73-7D44-A3AE-E1B2AAED8371}" destId="{DF784482-89F8-6641-8A6B-C155D68403A1}" srcOrd="0" destOrd="0" presId="urn:microsoft.com/office/officeart/2005/8/layout/orgChart1"/>
    <dgm:cxn modelId="{B895D882-BE9F-5B45-A75A-0FD1BBB9F283}" type="presOf" srcId="{91E613D6-93C6-D343-992E-3A17EBDFB011}" destId="{FA81F937-48A2-7144-9438-CF9267137C70}" srcOrd="0" destOrd="0" presId="urn:microsoft.com/office/officeart/2005/8/layout/orgChart1"/>
    <dgm:cxn modelId="{4D391784-EB21-8249-B7A0-DEC80B63E68A}" type="presOf" srcId="{0474637A-FC03-3046-9726-263AC3A63846}" destId="{FA16607D-1B81-9A48-B667-DA01C8E4BD74}" srcOrd="0" destOrd="0" presId="urn:microsoft.com/office/officeart/2005/8/layout/orgChart1"/>
    <dgm:cxn modelId="{DDFA0085-A8D5-A546-A262-C087F038C3E7}" type="presOf" srcId="{5774C2A8-5092-5542-AEB0-68D0D32AB57C}" destId="{81052660-A12F-A048-B90B-4C6628FADFEA}" srcOrd="0" destOrd="0" presId="urn:microsoft.com/office/officeart/2005/8/layout/orgChart1"/>
    <dgm:cxn modelId="{6D48DE87-4A3E-844F-8490-698297FCC53E}" srcId="{4984E784-8F7B-C448-87C6-A2CB2762CEE0}" destId="{C092258F-D7E3-9740-A747-E697F4E2AAEE}" srcOrd="0" destOrd="0" parTransId="{6620DDDD-2256-4A4E-B0A6-CC8F7CEAA38B}" sibTransId="{0D46D38B-CAED-8F4C-BF57-261AE38E78DB}"/>
    <dgm:cxn modelId="{D447A889-F540-3046-AA5B-C94FA6827966}" type="presOf" srcId="{982C0F5B-A17F-3B4B-AE34-5EC559BCF3E3}" destId="{0A71A78D-E909-BF41-8219-838C2C89FCC2}" srcOrd="0" destOrd="0" presId="urn:microsoft.com/office/officeart/2005/8/layout/orgChart1"/>
    <dgm:cxn modelId="{1DCAB289-FC8F-7146-B662-3261838F79F5}" type="presOf" srcId="{D27532DD-8F92-9041-AFC0-8C4FD996BE87}" destId="{107105A4-83F5-184D-85CE-7DD08E12A0D5}" srcOrd="0" destOrd="0" presId="urn:microsoft.com/office/officeart/2005/8/layout/orgChart1"/>
    <dgm:cxn modelId="{A8F6C48B-9C17-2C4C-8D0F-A5BD5BF989D7}" srcId="{F20F39C0-4569-DB4C-A37E-B1357CD4CB96}" destId="{5E9BA281-2FDA-6545-8F85-D6E694685912}" srcOrd="0" destOrd="0" parTransId="{FD613AA9-5395-8D4E-B33B-C5FCDC4925B4}" sibTransId="{0547921F-CE4D-9C4C-A8F2-9F84F8EAF340}"/>
    <dgm:cxn modelId="{AC1E768D-6A43-5F42-AC84-48FE9C703EE6}" type="presOf" srcId="{A7534A1A-FEA3-B34A-AEED-79646F0832AF}" destId="{E59B3C57-CCDF-7A4D-BFD8-CEF43CB6625C}" srcOrd="0" destOrd="0" presId="urn:microsoft.com/office/officeart/2005/8/layout/orgChart1"/>
    <dgm:cxn modelId="{DDE4258E-9463-A54B-89E7-34FF378D118F}" type="presOf" srcId="{3BFEAD3D-DF26-8742-B528-3D166A297EB6}" destId="{D5244B91-B595-6843-BF3A-124DB5436E20}" srcOrd="0" destOrd="0" presId="urn:microsoft.com/office/officeart/2005/8/layout/orgChart1"/>
    <dgm:cxn modelId="{749BD48F-6580-3049-ACDF-0D24A0DE448C}" type="presOf" srcId="{C0724EAE-CDF4-B34B-928F-2B4D70DB65AA}" destId="{D777CD76-41ED-FA44-BCF4-817E4FB3FEDE}" srcOrd="0" destOrd="0" presId="urn:microsoft.com/office/officeart/2005/8/layout/orgChart1"/>
    <dgm:cxn modelId="{8F3EC890-9A0D-924C-9F82-1C5DEEB93652}" srcId="{57FB0DD8-CA81-A947-ABE5-7F05AE7AA2AF}" destId="{D0DD5229-36DF-7949-B44A-FE9089C91D4F}" srcOrd="0" destOrd="0" parTransId="{E95B1EBF-4997-C644-8FC7-551B4BD791EB}" sibTransId="{F0E3BEF4-6AD6-1B43-B92A-D67F2F8E6951}"/>
    <dgm:cxn modelId="{76326892-90AE-5E42-9969-79D07053477A}" srcId="{4099D19D-BF2C-A548-9E93-84504D2B464E}" destId="{91E613D6-93C6-D343-992E-3A17EBDFB011}" srcOrd="0" destOrd="0" parTransId="{3BFEAD3D-DF26-8742-B528-3D166A297EB6}" sibTransId="{370EA003-6A42-FD45-86EF-F93121E8D05A}"/>
    <dgm:cxn modelId="{56B13B93-F9B6-BA44-BD2F-3E2BD89AB76B}" type="presOf" srcId="{FC1D4E63-7091-B64F-A4C8-8BF99886A5E2}" destId="{493E069C-5C5C-1945-8421-924BCF5BF993}" srcOrd="0" destOrd="0" presId="urn:microsoft.com/office/officeart/2005/8/layout/orgChart1"/>
    <dgm:cxn modelId="{E04AA993-E00A-244E-984C-3756640936A2}" type="presOf" srcId="{982C0F5B-A17F-3B4B-AE34-5EC559BCF3E3}" destId="{5F7A0881-09A2-E344-9C19-65F0F5D88106}" srcOrd="1" destOrd="0" presId="urn:microsoft.com/office/officeart/2005/8/layout/orgChart1"/>
    <dgm:cxn modelId="{0E59C198-64D0-6348-A239-DAC1452A34AB}" type="presOf" srcId="{594AD9F1-12AA-1444-9B6D-153F781B6472}" destId="{1A7AEBFB-F9AA-2244-8CFB-C3729709753C}" srcOrd="1" destOrd="0" presId="urn:microsoft.com/office/officeart/2005/8/layout/orgChart1"/>
    <dgm:cxn modelId="{4D9ACB9E-AAF1-CD4B-96F1-7C85BB47912A}" srcId="{A7950949-8F8E-D54D-9E8F-588524F414AD}" destId="{6036B2F9-A6D1-B046-9060-AE1281FAA854}" srcOrd="0" destOrd="0" parTransId="{EB7C502C-7011-1F47-9CE0-C525E1D3BAA4}" sibTransId="{96AF1189-3582-3842-BFF3-0FAFB0BA4E67}"/>
    <dgm:cxn modelId="{4A1980A0-9B60-CE47-BFCA-F2688CC7C811}" srcId="{1D661F7B-4DE2-F34D-ACA5-1CE0EA4E7594}" destId="{C0724EAE-CDF4-B34B-928F-2B4D70DB65AA}" srcOrd="0" destOrd="0" parTransId="{9970368A-FBFB-8349-8388-A1784F177175}" sibTransId="{19DB421A-5120-8849-9495-0DB10D09507D}"/>
    <dgm:cxn modelId="{5D5B4DA7-AC2E-1D4C-B920-B0DF81834472}" type="presOf" srcId="{124855D8-38DC-8D40-BC48-1FA073238DE5}" destId="{1019AFF4-D8C8-CE45-BA36-9F2C41E4F8E7}" srcOrd="0" destOrd="0" presId="urn:microsoft.com/office/officeart/2005/8/layout/orgChart1"/>
    <dgm:cxn modelId="{3D24F4AA-FFE3-564A-A0F6-0641A4F82E91}" type="presOf" srcId="{71CC9448-09A8-054D-A42A-35E526B35E89}" destId="{704254D2-7645-D549-BBBC-D69B3023A3C2}" srcOrd="1" destOrd="0" presId="urn:microsoft.com/office/officeart/2005/8/layout/orgChart1"/>
    <dgm:cxn modelId="{E6A3E9AC-E014-FC48-BE83-7F99A4FF2AAE}" type="presOf" srcId="{4868C0B7-9FC0-9A47-A84B-F2826D8F5BCB}" destId="{E4E90E3E-2731-F042-9D37-DB9F9BCE6BC5}" srcOrd="0" destOrd="0" presId="urn:microsoft.com/office/officeart/2005/8/layout/orgChart1"/>
    <dgm:cxn modelId="{A52EB2B2-20BD-3F41-8C9C-44D2B7DFA694}" type="presOf" srcId="{1D661F7B-4DE2-F34D-ACA5-1CE0EA4E7594}" destId="{EF953B74-D73F-EA4F-BEC7-402B98075E57}" srcOrd="0" destOrd="0" presId="urn:microsoft.com/office/officeart/2005/8/layout/orgChart1"/>
    <dgm:cxn modelId="{DDD246B3-19EA-694D-A6D6-B920BC80FCFA}" type="presOf" srcId="{91E613D6-93C6-D343-992E-3A17EBDFB011}" destId="{CE9483A1-8A76-C24D-82C5-E424B52FC0A3}" srcOrd="1" destOrd="0" presId="urn:microsoft.com/office/officeart/2005/8/layout/orgChart1"/>
    <dgm:cxn modelId="{C1FCF0BD-209C-B441-BDBB-EC0C82B07E86}" type="presOf" srcId="{57FB0DD8-CA81-A947-ABE5-7F05AE7AA2AF}" destId="{8646DED7-BCDB-D94E-81C4-D531B7C82F40}" srcOrd="1" destOrd="0" presId="urn:microsoft.com/office/officeart/2005/8/layout/orgChart1"/>
    <dgm:cxn modelId="{0F4292C1-B56C-6C46-9A71-B1B316FEE334}" srcId="{71CC9448-09A8-054D-A42A-35E526B35E89}" destId="{4099D19D-BF2C-A548-9E93-84504D2B464E}" srcOrd="0" destOrd="0" parTransId="{D27532DD-8F92-9041-AFC0-8C4FD996BE87}" sibTransId="{3DC33956-18E7-6044-AA49-32FCA153973C}"/>
    <dgm:cxn modelId="{B5744AC5-A303-3241-ADF0-9656DC01B24C}" srcId="{226EE965-4597-0441-8B0A-A1EE4D9C029C}" destId="{0474637A-FC03-3046-9726-263AC3A63846}" srcOrd="0" destOrd="0" parTransId="{DB79DD3A-F66B-854F-B905-B48BC2D0CC94}" sibTransId="{2C484A10-D4E2-B241-8F73-60BF4A3360CD}"/>
    <dgm:cxn modelId="{984BF7C9-CB6A-7A47-B56E-BC96B38F236B}" srcId="{A7534A1A-FEA3-B34A-AEED-79646F0832AF}" destId="{8AAB432A-D3E6-0049-9DFF-EF9401AAF0D7}" srcOrd="0" destOrd="0" parTransId="{228F8371-FB43-8A47-8311-3BD638C497C7}" sibTransId="{C8BBDA6D-AE5C-8B4D-B223-153D635EEAFF}"/>
    <dgm:cxn modelId="{F82C48CC-8EB2-CC46-B15F-5382CED9199A}" type="presOf" srcId="{71CC9448-09A8-054D-A42A-35E526B35E89}" destId="{69B241A1-06BE-4B49-9D38-40A9F75BD9C5}" srcOrd="0" destOrd="0" presId="urn:microsoft.com/office/officeart/2005/8/layout/orgChart1"/>
    <dgm:cxn modelId="{7755A9CD-5A45-C34E-8A84-F17730D12651}" srcId="{15F80D4D-D9FD-E947-BF12-6AE0162228DC}" destId="{4984E784-8F7B-C448-87C6-A2CB2762CEE0}" srcOrd="1" destOrd="0" parTransId="{FC1D4E63-7091-B64F-A4C8-8BF99886A5E2}" sibTransId="{64FAF330-1CF0-5847-9E61-A3FCF2917D45}"/>
    <dgm:cxn modelId="{A187B9CE-9CB3-504B-9EFA-E691CEA8AE7C}" srcId="{0474637A-FC03-3046-9726-263AC3A63846}" destId="{B907C8EA-0A5C-114B-A2C0-A5B02996F085}" srcOrd="0" destOrd="0" parTransId="{189FBA1A-E3DA-3E4B-B5F3-4C3C4B577F2F}" sibTransId="{69D4D4AB-19A8-AB47-9ACF-BFC423B33E73}"/>
    <dgm:cxn modelId="{6FF6BDD0-28CE-504F-86DD-161EAD3741FB}" type="presOf" srcId="{15F80D4D-D9FD-E947-BF12-6AE0162228DC}" destId="{9446DCA9-FACE-7C46-80B6-C5E3A7A1119B}" srcOrd="0" destOrd="0" presId="urn:microsoft.com/office/officeart/2005/8/layout/orgChart1"/>
    <dgm:cxn modelId="{41174AD2-9520-DA49-873F-0F1A70FF71E8}" type="presOf" srcId="{1D661F7B-4DE2-F34D-ACA5-1CE0EA4E7594}" destId="{A8C372A5-8EE1-2941-A294-47FBDD7AEBA5}" srcOrd="1" destOrd="0" presId="urn:microsoft.com/office/officeart/2005/8/layout/orgChart1"/>
    <dgm:cxn modelId="{88FA03D5-D391-4943-9EAF-21758FB38C71}" type="presOf" srcId="{D2612B32-9386-1B4E-9CB9-877831004544}" destId="{0BE49338-4E31-7841-A977-2966EB3FE35D}" srcOrd="0" destOrd="0" presId="urn:microsoft.com/office/officeart/2005/8/layout/orgChart1"/>
    <dgm:cxn modelId="{60B9DFD8-321A-974B-A0A8-DAC2A07E851D}" type="presOf" srcId="{E95B1EBF-4997-C644-8FC7-551B4BD791EB}" destId="{0A9BB3C7-4C67-1949-B4BE-EA2602A580B8}" srcOrd="0" destOrd="0" presId="urn:microsoft.com/office/officeart/2005/8/layout/orgChart1"/>
    <dgm:cxn modelId="{3C881ADC-ABFA-BD44-B097-A191F70EC2E5}" type="presOf" srcId="{E5EA50FE-DC66-8541-935B-D871E151BF6C}" destId="{91F0C1BD-D8D7-024B-A8D6-8FEAE33632DB}" srcOrd="0" destOrd="0" presId="urn:microsoft.com/office/officeart/2005/8/layout/orgChart1"/>
    <dgm:cxn modelId="{B6847EDD-7AFF-5149-90B4-C35043AC0DB5}" srcId="{DA3D8EEE-8FDA-0B45-B634-42027EAEE910}" destId="{15F80D4D-D9FD-E947-BF12-6AE0162228DC}" srcOrd="1" destOrd="0" parTransId="{13E89C85-12D4-B940-81BD-1211C9C25010}" sibTransId="{92DB4D1A-443F-2949-94E5-AD18B5E566EE}"/>
    <dgm:cxn modelId="{413EA8E0-4BC3-C047-9E45-97E04E4AE51F}" type="presOf" srcId="{57FB0DD8-CA81-A947-ABE5-7F05AE7AA2AF}" destId="{D55E269D-B4C0-3F45-A93B-177535A1B8C1}" srcOrd="0" destOrd="0" presId="urn:microsoft.com/office/officeart/2005/8/layout/orgChart1"/>
    <dgm:cxn modelId="{296ACDE0-19C5-194B-96C7-0E9A9CA221F3}" srcId="{982C0F5B-A17F-3B4B-AE34-5EC559BCF3E3}" destId="{71CC9448-09A8-054D-A42A-35E526B35E89}" srcOrd="0" destOrd="0" parTransId="{124855D8-38DC-8D40-BC48-1FA073238DE5}" sibTransId="{4BC66015-1091-7E4A-B28F-04FCFC44726A}"/>
    <dgm:cxn modelId="{D7C86CE1-CAC9-CC4C-A619-069909D78C93}" type="presOf" srcId="{822FC99B-6AC4-7C4E-86CB-A12F77C9A22E}" destId="{F275A898-D448-9F44-A779-86D1C9635402}" srcOrd="0" destOrd="0" presId="urn:microsoft.com/office/officeart/2005/8/layout/orgChart1"/>
    <dgm:cxn modelId="{2C1A46E3-BF1D-4942-95D2-CAC30D28DFBE}" type="presOf" srcId="{FD613AA9-5395-8D4E-B33B-C5FCDC4925B4}" destId="{6F7C17BA-274C-B847-A4FE-6D37E1E977EC}" srcOrd="0" destOrd="0" presId="urn:microsoft.com/office/officeart/2005/8/layout/orgChart1"/>
    <dgm:cxn modelId="{80DDC8E3-B284-A547-AD8A-97B0004EE73C}" srcId="{B907C8EA-0A5C-114B-A2C0-A5B02996F085}" destId="{594AD9F1-12AA-1444-9B6D-153F781B6472}" srcOrd="0" destOrd="0" parTransId="{AF74A536-C373-944E-952B-1236FBE6E38D}" sibTransId="{824D8A0F-EA29-5747-80E5-06149BEF7C8A}"/>
    <dgm:cxn modelId="{9AF6CAE3-88A3-3544-B3C5-C11B0048CC77}" srcId="{226EE965-4597-0441-8B0A-A1EE4D9C029C}" destId="{982C0F5B-A17F-3B4B-AE34-5EC559BCF3E3}" srcOrd="1" destOrd="0" parTransId="{826FA348-FABE-E840-8B44-ADEC15CE1044}" sibTransId="{192D5637-FC2E-9D4C-A670-57663DEECC7C}"/>
    <dgm:cxn modelId="{71C15CE9-07AA-144B-BEA6-757E55E9F4AA}" type="presOf" srcId="{6036B2F9-A6D1-B046-9060-AE1281FAA854}" destId="{2CF0B46E-944B-814C-9E01-FA1C88E6127C}" srcOrd="0" destOrd="0" presId="urn:microsoft.com/office/officeart/2005/8/layout/orgChart1"/>
    <dgm:cxn modelId="{D62FBCE9-B077-A744-A42F-004C53563228}" type="presOf" srcId="{4984E784-8F7B-C448-87C6-A2CB2762CEE0}" destId="{BFFA47B3-A880-1A40-90A9-793AB1422969}" srcOrd="0" destOrd="0" presId="urn:microsoft.com/office/officeart/2005/8/layout/orgChart1"/>
    <dgm:cxn modelId="{C22709EA-16F7-8845-AE35-0F7072B9D939}" type="presOf" srcId="{00ADF8C4-0657-8F4F-AA79-60381ACB1CE5}" destId="{BB37A471-E8BC-5B4E-AB90-900620D8C92C}" srcOrd="0" destOrd="0" presId="urn:microsoft.com/office/officeart/2005/8/layout/orgChart1"/>
    <dgm:cxn modelId="{7AE966EE-6C8A-1D4A-A176-787B7D3EA486}" type="presOf" srcId="{D0DD5229-36DF-7949-B44A-FE9089C91D4F}" destId="{DDB89DC2-8370-B140-8A6E-C135625DDA63}" srcOrd="1" destOrd="0" presId="urn:microsoft.com/office/officeart/2005/8/layout/orgChart1"/>
    <dgm:cxn modelId="{D7D9BBEF-B9E1-1346-875C-5C22058AED42}" type="presOf" srcId="{91AE1CCE-8702-2448-8202-327373E010CB}" destId="{9EF9B02D-DF4F-FE4B-A317-D93D4581F5DD}" srcOrd="0" destOrd="0" presId="urn:microsoft.com/office/officeart/2005/8/layout/orgChart1"/>
    <dgm:cxn modelId="{AE9F71F2-B7B9-104F-A101-53251588AA69}" type="presOf" srcId="{99782A77-1037-A445-82A5-DDC24313C333}" destId="{B107A14B-4BDC-424C-B93A-32A74608922E}" srcOrd="0" destOrd="0" presId="urn:microsoft.com/office/officeart/2005/8/layout/orgChart1"/>
    <dgm:cxn modelId="{29E7EEF3-30BA-6A41-B71B-2FF640115E24}" type="presOf" srcId="{13E89C85-12D4-B940-81BD-1211C9C25010}" destId="{508EF1F2-E20C-A346-AF68-DEA11D1950D7}" srcOrd="0" destOrd="0" presId="urn:microsoft.com/office/officeart/2005/8/layout/orgChart1"/>
    <dgm:cxn modelId="{B321F3F3-4618-C340-AF9A-4522455824A5}" type="presOf" srcId="{EB7C502C-7011-1F47-9CE0-C525E1D3BAA4}" destId="{0FAF39CB-AD0F-D046-9395-FF46CF8F863D}" srcOrd="0" destOrd="0" presId="urn:microsoft.com/office/officeart/2005/8/layout/orgChart1"/>
    <dgm:cxn modelId="{6A0C49F4-E8F8-BD40-A567-4FE6041EB89C}" type="presOf" srcId="{226EE965-4597-0441-8B0A-A1EE4D9C029C}" destId="{5BCFC623-90DD-3241-BB0E-FF4286C4B2BA}" srcOrd="1" destOrd="0" presId="urn:microsoft.com/office/officeart/2005/8/layout/orgChart1"/>
    <dgm:cxn modelId="{4C28FAF4-C621-8841-BE8B-96E079AD38EE}" srcId="{00ADF8C4-0657-8F4F-AA79-60381ACB1CE5}" destId="{91AE1CCE-8702-2448-8202-327373E010CB}" srcOrd="1" destOrd="0" parTransId="{1006675C-968C-9340-AA97-354429081AFC}" sibTransId="{94DC76F4-5102-2647-A9FA-C6442AAD3644}"/>
    <dgm:cxn modelId="{157597F8-AE83-D94B-839B-F8699F483498}" type="presOf" srcId="{9970368A-FBFB-8349-8388-A1784F177175}" destId="{686EFB0C-4C15-8349-AEFB-C8A15361CCB0}" srcOrd="0" destOrd="0" presId="urn:microsoft.com/office/officeart/2005/8/layout/orgChart1"/>
    <dgm:cxn modelId="{852422FA-729A-F94C-A89C-E236481AC0A0}" type="presOf" srcId="{00ADF8C4-0657-8F4F-AA79-60381ACB1CE5}" destId="{202D0863-3284-7944-8576-80050119850F}" srcOrd="1" destOrd="0" presId="urn:microsoft.com/office/officeart/2005/8/layout/orgChart1"/>
    <dgm:cxn modelId="{5FF69FFC-E313-F74A-96F4-EA5357E4B2C4}" type="presOf" srcId="{0776DC4D-8BC4-F64E-BE9A-6A3BDBBA2B33}" destId="{A61A9CE2-B153-4F4E-B872-B31591E7B50E}" srcOrd="0" destOrd="0" presId="urn:microsoft.com/office/officeart/2005/8/layout/orgChart1"/>
    <dgm:cxn modelId="{12E40B75-06AB-AE44-9E8A-985266E1801B}" type="presParOf" srcId="{02EF8CCE-7217-CB4D-B894-FA1BA2735161}" destId="{52652C08-1E3C-C643-A533-292142E63A3E}" srcOrd="0" destOrd="0" presId="urn:microsoft.com/office/officeart/2005/8/layout/orgChart1"/>
    <dgm:cxn modelId="{C21FCCB3-6C3B-4945-A291-CBB844365F4B}" type="presParOf" srcId="{52652C08-1E3C-C643-A533-292142E63A3E}" destId="{4100EE18-91F5-6141-A1D8-740166C978E2}" srcOrd="0" destOrd="0" presId="urn:microsoft.com/office/officeart/2005/8/layout/orgChart1"/>
    <dgm:cxn modelId="{865B6742-757B-0E47-9686-B21A04293B96}" type="presParOf" srcId="{4100EE18-91F5-6141-A1D8-740166C978E2}" destId="{EB98ADEA-669B-6C46-9860-C87692DDD31F}" srcOrd="0" destOrd="0" presId="urn:microsoft.com/office/officeart/2005/8/layout/orgChart1"/>
    <dgm:cxn modelId="{D55C4644-486F-1440-8257-BD2A83DAD776}" type="presParOf" srcId="{4100EE18-91F5-6141-A1D8-740166C978E2}" destId="{B33E1E6A-7440-A142-B196-4068FAD53ECE}" srcOrd="1" destOrd="0" presId="urn:microsoft.com/office/officeart/2005/8/layout/orgChart1"/>
    <dgm:cxn modelId="{AAB33FF0-0D32-6445-9F26-ABF8E5336C63}" type="presParOf" srcId="{52652C08-1E3C-C643-A533-292142E63A3E}" destId="{A996F44D-3D24-B443-8A54-15E73AA98007}" srcOrd="1" destOrd="0" presId="urn:microsoft.com/office/officeart/2005/8/layout/orgChart1"/>
    <dgm:cxn modelId="{F5321757-3195-1540-9BCD-76A26905A20B}" type="presParOf" srcId="{A996F44D-3D24-B443-8A54-15E73AA98007}" destId="{4A3A5AE0-9BD4-8145-8EC7-FBB33CD8F717}" srcOrd="0" destOrd="0" presId="urn:microsoft.com/office/officeart/2005/8/layout/orgChart1"/>
    <dgm:cxn modelId="{42E8F392-660D-0A41-8DEB-A303FF738859}" type="presParOf" srcId="{A996F44D-3D24-B443-8A54-15E73AA98007}" destId="{F3AA77AE-4571-9444-807D-FFCD2A672B02}" srcOrd="1" destOrd="0" presId="urn:microsoft.com/office/officeart/2005/8/layout/orgChart1"/>
    <dgm:cxn modelId="{D5882F26-630D-264D-B77F-3566D8FFC62F}" type="presParOf" srcId="{F3AA77AE-4571-9444-807D-FFCD2A672B02}" destId="{FA7B805F-541D-0442-9145-9C0491DD396B}" srcOrd="0" destOrd="0" presId="urn:microsoft.com/office/officeart/2005/8/layout/orgChart1"/>
    <dgm:cxn modelId="{C6B8E041-6EDF-484E-87CC-0B7BA4EA0D6C}" type="presParOf" srcId="{FA7B805F-541D-0442-9145-9C0491DD396B}" destId="{30051186-F022-804C-843B-F6C252C109EB}" srcOrd="0" destOrd="0" presId="urn:microsoft.com/office/officeart/2005/8/layout/orgChart1"/>
    <dgm:cxn modelId="{DC2C8800-7EC4-BC4C-BDC9-A9ECB2E72870}" type="presParOf" srcId="{FA7B805F-541D-0442-9145-9C0491DD396B}" destId="{23F8AEF7-E825-7441-A8AA-159E91F445E1}" srcOrd="1" destOrd="0" presId="urn:microsoft.com/office/officeart/2005/8/layout/orgChart1"/>
    <dgm:cxn modelId="{773A316D-8A1C-824A-B656-44CCA2536CB5}" type="presParOf" srcId="{F3AA77AE-4571-9444-807D-FFCD2A672B02}" destId="{D4FACFEB-C123-7044-AC8F-5D8AF1A18FF6}" srcOrd="1" destOrd="0" presId="urn:microsoft.com/office/officeart/2005/8/layout/orgChart1"/>
    <dgm:cxn modelId="{225C081F-D222-A546-8CBB-9BE8BE5C97E0}" type="presParOf" srcId="{D4FACFEB-C123-7044-AC8F-5D8AF1A18FF6}" destId="{0FAF39CB-AD0F-D046-9395-FF46CF8F863D}" srcOrd="0" destOrd="0" presId="urn:microsoft.com/office/officeart/2005/8/layout/orgChart1"/>
    <dgm:cxn modelId="{4116CB92-3401-3544-B3F0-6843A1B641B1}" type="presParOf" srcId="{D4FACFEB-C123-7044-AC8F-5D8AF1A18FF6}" destId="{CDA30940-E071-4942-8319-0F0B6FD14E84}" srcOrd="1" destOrd="0" presId="urn:microsoft.com/office/officeart/2005/8/layout/orgChart1"/>
    <dgm:cxn modelId="{1A625ED3-F3B0-EC41-83AF-8FB36026038F}" type="presParOf" srcId="{CDA30940-E071-4942-8319-0F0B6FD14E84}" destId="{4FCC5C1C-BABE-2345-AA3E-A6FA41F28D60}" srcOrd="0" destOrd="0" presId="urn:microsoft.com/office/officeart/2005/8/layout/orgChart1"/>
    <dgm:cxn modelId="{8AD83C71-6949-7B44-8AA9-75365C37B13E}" type="presParOf" srcId="{4FCC5C1C-BABE-2345-AA3E-A6FA41F28D60}" destId="{2CF0B46E-944B-814C-9E01-FA1C88E6127C}" srcOrd="0" destOrd="0" presId="urn:microsoft.com/office/officeart/2005/8/layout/orgChart1"/>
    <dgm:cxn modelId="{3B5D1A48-AEE5-5246-A907-BC7A39C01F93}" type="presParOf" srcId="{4FCC5C1C-BABE-2345-AA3E-A6FA41F28D60}" destId="{E9F385C1-CB86-DF4F-880C-BAA5AB262F60}" srcOrd="1" destOrd="0" presId="urn:microsoft.com/office/officeart/2005/8/layout/orgChart1"/>
    <dgm:cxn modelId="{264B296B-DE3F-F043-AD75-0E9E6B517B6D}" type="presParOf" srcId="{CDA30940-E071-4942-8319-0F0B6FD14E84}" destId="{1609108F-01AF-EC41-9C11-15D1CF868C94}" srcOrd="1" destOrd="0" presId="urn:microsoft.com/office/officeart/2005/8/layout/orgChart1"/>
    <dgm:cxn modelId="{AD88F663-120E-9448-87CD-D04EFCC32F62}" type="presParOf" srcId="{1609108F-01AF-EC41-9C11-15D1CF868C94}" destId="{A61A9CE2-B153-4F4E-B872-B31591E7B50E}" srcOrd="0" destOrd="0" presId="urn:microsoft.com/office/officeart/2005/8/layout/orgChart1"/>
    <dgm:cxn modelId="{3587C575-5AD6-0647-B208-D873E823BC89}" type="presParOf" srcId="{1609108F-01AF-EC41-9C11-15D1CF868C94}" destId="{C5F295DC-89E7-E143-BD86-0B77D55163A5}" srcOrd="1" destOrd="0" presId="urn:microsoft.com/office/officeart/2005/8/layout/orgChart1"/>
    <dgm:cxn modelId="{B931FA5B-3D8C-6945-B908-E7CF868DE2C4}" type="presParOf" srcId="{C5F295DC-89E7-E143-BD86-0B77D55163A5}" destId="{3340CF67-818A-B643-A097-E3E994E8209F}" srcOrd="0" destOrd="0" presId="urn:microsoft.com/office/officeart/2005/8/layout/orgChart1"/>
    <dgm:cxn modelId="{3661A550-29F5-4F44-BCEF-C177F5F88738}" type="presParOf" srcId="{3340CF67-818A-B643-A097-E3E994E8209F}" destId="{BB37A471-E8BC-5B4E-AB90-900620D8C92C}" srcOrd="0" destOrd="0" presId="urn:microsoft.com/office/officeart/2005/8/layout/orgChart1"/>
    <dgm:cxn modelId="{29D21FD8-D233-DA4D-AB75-6EF6F21A2EDF}" type="presParOf" srcId="{3340CF67-818A-B643-A097-E3E994E8209F}" destId="{202D0863-3284-7944-8576-80050119850F}" srcOrd="1" destOrd="0" presId="urn:microsoft.com/office/officeart/2005/8/layout/orgChart1"/>
    <dgm:cxn modelId="{A99F01CA-6450-1B42-9179-B8EC7A907876}" type="presParOf" srcId="{C5F295DC-89E7-E143-BD86-0B77D55163A5}" destId="{DA298CC6-A846-6C45-A4A9-170167D6FB7C}" srcOrd="1" destOrd="0" presId="urn:microsoft.com/office/officeart/2005/8/layout/orgChart1"/>
    <dgm:cxn modelId="{686CB64D-3EF7-4444-904C-34FBDA48F9EE}" type="presParOf" srcId="{DA298CC6-A846-6C45-A4A9-170167D6FB7C}" destId="{DF784482-89F8-6641-8A6B-C155D68403A1}" srcOrd="0" destOrd="0" presId="urn:microsoft.com/office/officeart/2005/8/layout/orgChart1"/>
    <dgm:cxn modelId="{251275B4-FC77-BF4F-AD7F-07287D4AA218}" type="presParOf" srcId="{DA298CC6-A846-6C45-A4A9-170167D6FB7C}" destId="{B03F5493-9C6D-0D4F-9AA1-0AC492F34AED}" srcOrd="1" destOrd="0" presId="urn:microsoft.com/office/officeart/2005/8/layout/orgChart1"/>
    <dgm:cxn modelId="{A5682ED8-E9B0-7C4F-883E-ABB74FEE0F58}" type="presParOf" srcId="{B03F5493-9C6D-0D4F-9AA1-0AC492F34AED}" destId="{9B2E8088-C87C-4146-95B5-7E402E24BB60}" srcOrd="0" destOrd="0" presId="urn:microsoft.com/office/officeart/2005/8/layout/orgChart1"/>
    <dgm:cxn modelId="{AABFE8E6-0FF6-CA41-8616-5478820A6C0D}" type="presParOf" srcId="{9B2E8088-C87C-4146-95B5-7E402E24BB60}" destId="{DE6C9F4C-C6CB-0D4C-94E4-B1FE7F0DA9AD}" srcOrd="0" destOrd="0" presId="urn:microsoft.com/office/officeart/2005/8/layout/orgChart1"/>
    <dgm:cxn modelId="{60FFCC39-6504-F246-914D-7860AF02B42B}" type="presParOf" srcId="{9B2E8088-C87C-4146-95B5-7E402E24BB60}" destId="{832A60A7-0EA1-8E4B-9987-00EB17CB2889}" srcOrd="1" destOrd="0" presId="urn:microsoft.com/office/officeart/2005/8/layout/orgChart1"/>
    <dgm:cxn modelId="{50A113F4-466C-4B41-A326-723FA4910C65}" type="presParOf" srcId="{B03F5493-9C6D-0D4F-9AA1-0AC492F34AED}" destId="{1EAC008F-95D3-7C4D-974D-2C32D02B6FCF}" srcOrd="1" destOrd="0" presId="urn:microsoft.com/office/officeart/2005/8/layout/orgChart1"/>
    <dgm:cxn modelId="{420C4C3C-3101-0947-988E-2CACBC0C96DE}" type="presParOf" srcId="{1EAC008F-95D3-7C4D-974D-2C32D02B6FCF}" destId="{E4E90E3E-2731-F042-9D37-DB9F9BCE6BC5}" srcOrd="0" destOrd="0" presId="urn:microsoft.com/office/officeart/2005/8/layout/orgChart1"/>
    <dgm:cxn modelId="{8F3F5819-D89C-094A-B745-DC5574911F1F}" type="presParOf" srcId="{1EAC008F-95D3-7C4D-974D-2C32D02B6FCF}" destId="{E8914627-8B2D-874A-9A44-A4B68C1CC0C9}" srcOrd="1" destOrd="0" presId="urn:microsoft.com/office/officeart/2005/8/layout/orgChart1"/>
    <dgm:cxn modelId="{4414EF60-830A-3F4F-BE94-F95E3E15C3A2}" type="presParOf" srcId="{E8914627-8B2D-874A-9A44-A4B68C1CC0C9}" destId="{E3FB8891-7317-B744-8A16-DF74D3AC317A}" srcOrd="0" destOrd="0" presId="urn:microsoft.com/office/officeart/2005/8/layout/orgChart1"/>
    <dgm:cxn modelId="{48066D27-D8E1-9D4C-B8AF-2C3A29A5A6BA}" type="presParOf" srcId="{E3FB8891-7317-B744-8A16-DF74D3AC317A}" destId="{2ACFABD4-55C1-4D48-9483-72FE8BF75A07}" srcOrd="0" destOrd="0" presId="urn:microsoft.com/office/officeart/2005/8/layout/orgChart1"/>
    <dgm:cxn modelId="{0DC2A45B-E051-9940-8BDE-0748B1425F2E}" type="presParOf" srcId="{E3FB8891-7317-B744-8A16-DF74D3AC317A}" destId="{BB070FBD-86B4-D843-B695-7C941D5C7CFC}" srcOrd="1" destOrd="0" presId="urn:microsoft.com/office/officeart/2005/8/layout/orgChart1"/>
    <dgm:cxn modelId="{D5FABD74-0B25-B346-ACA9-70D9439A966A}" type="presParOf" srcId="{E8914627-8B2D-874A-9A44-A4B68C1CC0C9}" destId="{48DC053F-EB31-A446-94FF-8A19A4C5B45F}" srcOrd="1" destOrd="0" presId="urn:microsoft.com/office/officeart/2005/8/layout/orgChart1"/>
    <dgm:cxn modelId="{4075EDAD-DCDF-174B-AB52-9FE30AA23E48}" type="presParOf" srcId="{48DC053F-EB31-A446-94FF-8A19A4C5B45F}" destId="{91F0C1BD-D8D7-024B-A8D6-8FEAE33632DB}" srcOrd="0" destOrd="0" presId="urn:microsoft.com/office/officeart/2005/8/layout/orgChart1"/>
    <dgm:cxn modelId="{076C940C-6E3D-554E-8B9F-EBCD9927C5FA}" type="presParOf" srcId="{48DC053F-EB31-A446-94FF-8A19A4C5B45F}" destId="{E883AC9C-E8E2-7941-9A50-EFD0FAD5116D}" srcOrd="1" destOrd="0" presId="urn:microsoft.com/office/officeart/2005/8/layout/orgChart1"/>
    <dgm:cxn modelId="{AEC8277E-136B-B041-BDB0-FB5C0B97624D}" type="presParOf" srcId="{E883AC9C-E8E2-7941-9A50-EFD0FAD5116D}" destId="{A7ED8C3A-7574-BD49-A73F-AAD8484808C7}" srcOrd="0" destOrd="0" presId="urn:microsoft.com/office/officeart/2005/8/layout/orgChart1"/>
    <dgm:cxn modelId="{F436A2FE-47FA-9A47-84E4-141C921AEE67}" type="presParOf" srcId="{A7ED8C3A-7574-BD49-A73F-AAD8484808C7}" destId="{BFE41C2E-8917-FC47-8728-AC8D9B66C971}" srcOrd="0" destOrd="0" presId="urn:microsoft.com/office/officeart/2005/8/layout/orgChart1"/>
    <dgm:cxn modelId="{D7CA4921-9FFB-B943-8195-CFFDAC63495F}" type="presParOf" srcId="{A7ED8C3A-7574-BD49-A73F-AAD8484808C7}" destId="{016FBA2C-8D46-C547-9569-E590155CBBAD}" srcOrd="1" destOrd="0" presId="urn:microsoft.com/office/officeart/2005/8/layout/orgChart1"/>
    <dgm:cxn modelId="{0DD58E16-5F92-764E-91D6-470B16BA66D3}" type="presParOf" srcId="{E883AC9C-E8E2-7941-9A50-EFD0FAD5116D}" destId="{B781DD00-362F-AD41-AC55-059A36D884ED}" srcOrd="1" destOrd="0" presId="urn:microsoft.com/office/officeart/2005/8/layout/orgChart1"/>
    <dgm:cxn modelId="{BC1119F5-EA82-2840-A7A4-50C99AE70C42}" type="presParOf" srcId="{B781DD00-362F-AD41-AC55-059A36D884ED}" destId="{F275A898-D448-9F44-A779-86D1C9635402}" srcOrd="0" destOrd="0" presId="urn:microsoft.com/office/officeart/2005/8/layout/orgChart1"/>
    <dgm:cxn modelId="{6B6FE70A-65EE-3941-8C8A-9A894F2CC2BE}" type="presParOf" srcId="{B781DD00-362F-AD41-AC55-059A36D884ED}" destId="{C14DBD01-2F94-3E49-990A-ABF1923DA936}" srcOrd="1" destOrd="0" presId="urn:microsoft.com/office/officeart/2005/8/layout/orgChart1"/>
    <dgm:cxn modelId="{E9E816C0-B5C3-7248-97B2-B6BD8C10383E}" type="presParOf" srcId="{C14DBD01-2F94-3E49-990A-ABF1923DA936}" destId="{DA62EEAF-AD34-8D49-A855-5B46928D0656}" srcOrd="0" destOrd="0" presId="urn:microsoft.com/office/officeart/2005/8/layout/orgChart1"/>
    <dgm:cxn modelId="{75406E51-D5FA-2444-AB2A-0C21E1FF60B1}" type="presParOf" srcId="{DA62EEAF-AD34-8D49-A855-5B46928D0656}" destId="{E59B3C57-CCDF-7A4D-BFD8-CEF43CB6625C}" srcOrd="0" destOrd="0" presId="urn:microsoft.com/office/officeart/2005/8/layout/orgChart1"/>
    <dgm:cxn modelId="{044CBF36-EB36-4E47-B680-D3F464A4B52F}" type="presParOf" srcId="{DA62EEAF-AD34-8D49-A855-5B46928D0656}" destId="{7EA60E6F-7C44-A745-9A52-B928D17F7BE5}" srcOrd="1" destOrd="0" presId="urn:microsoft.com/office/officeart/2005/8/layout/orgChart1"/>
    <dgm:cxn modelId="{2ACDCCB4-7D69-7343-814F-64A53627B399}" type="presParOf" srcId="{C14DBD01-2F94-3E49-990A-ABF1923DA936}" destId="{ABA2805E-9E08-6C40-9D62-E45AB88552E8}" srcOrd="1" destOrd="0" presId="urn:microsoft.com/office/officeart/2005/8/layout/orgChart1"/>
    <dgm:cxn modelId="{7A01472D-8F4D-504D-BAAC-4E3621F89DC5}" type="presParOf" srcId="{ABA2805E-9E08-6C40-9D62-E45AB88552E8}" destId="{DE946943-C1D1-2342-855F-B68AB6521502}" srcOrd="0" destOrd="0" presId="urn:microsoft.com/office/officeart/2005/8/layout/orgChart1"/>
    <dgm:cxn modelId="{6D8E058C-BAD8-8145-915D-5F1F1A8ABDF7}" type="presParOf" srcId="{ABA2805E-9E08-6C40-9D62-E45AB88552E8}" destId="{C6FF231B-ACDE-DE46-AE53-109C151DEAA0}" srcOrd="1" destOrd="0" presId="urn:microsoft.com/office/officeart/2005/8/layout/orgChart1"/>
    <dgm:cxn modelId="{4FCD5ED0-8DC2-C148-95AB-170BB53B6979}" type="presParOf" srcId="{C6FF231B-ACDE-DE46-AE53-109C151DEAA0}" destId="{FBAC7820-F3D2-B945-84B0-CBB3BEED3938}" srcOrd="0" destOrd="0" presId="urn:microsoft.com/office/officeart/2005/8/layout/orgChart1"/>
    <dgm:cxn modelId="{2BB4DA9A-198E-E84E-9F90-B5ED0E177A57}" type="presParOf" srcId="{FBAC7820-F3D2-B945-84B0-CBB3BEED3938}" destId="{1A807BE5-728A-F846-9952-204DC8BF9425}" srcOrd="0" destOrd="0" presId="urn:microsoft.com/office/officeart/2005/8/layout/orgChart1"/>
    <dgm:cxn modelId="{C62C9639-050E-EE4F-984B-01D7898C7096}" type="presParOf" srcId="{FBAC7820-F3D2-B945-84B0-CBB3BEED3938}" destId="{64A5FAE3-276B-824E-83AC-DA342364A8B0}" srcOrd="1" destOrd="0" presId="urn:microsoft.com/office/officeart/2005/8/layout/orgChart1"/>
    <dgm:cxn modelId="{D140E7DC-47E2-E940-9420-88DF72A18880}" type="presParOf" srcId="{C6FF231B-ACDE-DE46-AE53-109C151DEAA0}" destId="{AB8DE166-3659-B643-B364-E68F29F4FF0B}" srcOrd="1" destOrd="0" presId="urn:microsoft.com/office/officeart/2005/8/layout/orgChart1"/>
    <dgm:cxn modelId="{E9F4E8EB-1C9E-C749-8451-7CF515B50DC6}" type="presParOf" srcId="{C6FF231B-ACDE-DE46-AE53-109C151DEAA0}" destId="{095F057A-463E-204C-83BD-BD342F9AB879}" srcOrd="2" destOrd="0" presId="urn:microsoft.com/office/officeart/2005/8/layout/orgChart1"/>
    <dgm:cxn modelId="{5A82C327-00A3-DD4D-AD16-7D4244CD2D62}" type="presParOf" srcId="{C14DBD01-2F94-3E49-990A-ABF1923DA936}" destId="{1C1EF752-C217-2E42-848E-DEDB3EDF35D6}" srcOrd="2" destOrd="0" presId="urn:microsoft.com/office/officeart/2005/8/layout/orgChart1"/>
    <dgm:cxn modelId="{5C2A0A6E-1769-9043-A7C9-00C630BCF84C}" type="presParOf" srcId="{B781DD00-362F-AD41-AC55-059A36D884ED}" destId="{508EF1F2-E20C-A346-AF68-DEA11D1950D7}" srcOrd="2" destOrd="0" presId="urn:microsoft.com/office/officeart/2005/8/layout/orgChart1"/>
    <dgm:cxn modelId="{2522CFE4-5E34-CA48-AFF1-93EA00B53DBB}" type="presParOf" srcId="{B781DD00-362F-AD41-AC55-059A36D884ED}" destId="{6103119D-CC1D-804C-9B5B-ED3756BE3144}" srcOrd="3" destOrd="0" presId="urn:microsoft.com/office/officeart/2005/8/layout/orgChart1"/>
    <dgm:cxn modelId="{48C84D98-94FD-0D47-A07D-B9798CD0D3F8}" type="presParOf" srcId="{6103119D-CC1D-804C-9B5B-ED3756BE3144}" destId="{87AE8632-6475-E34E-AAC4-A7DA16AC2934}" srcOrd="0" destOrd="0" presId="urn:microsoft.com/office/officeart/2005/8/layout/orgChart1"/>
    <dgm:cxn modelId="{7991DFA7-5C9D-8C49-B593-5B567BFBF256}" type="presParOf" srcId="{87AE8632-6475-E34E-AAC4-A7DA16AC2934}" destId="{9446DCA9-FACE-7C46-80B6-C5E3A7A1119B}" srcOrd="0" destOrd="0" presId="urn:microsoft.com/office/officeart/2005/8/layout/orgChart1"/>
    <dgm:cxn modelId="{64BDE38A-AA3D-6047-9569-72B66C9F9596}" type="presParOf" srcId="{87AE8632-6475-E34E-AAC4-A7DA16AC2934}" destId="{FBC9BDE3-C8E9-BC4C-BB5A-016AE7D387D0}" srcOrd="1" destOrd="0" presId="urn:microsoft.com/office/officeart/2005/8/layout/orgChart1"/>
    <dgm:cxn modelId="{B8130742-3201-9A46-8FCB-49E4756F2FDF}" type="presParOf" srcId="{6103119D-CC1D-804C-9B5B-ED3756BE3144}" destId="{B219F7FF-9740-4C4D-89FA-285B96036274}" srcOrd="1" destOrd="0" presId="urn:microsoft.com/office/officeart/2005/8/layout/orgChart1"/>
    <dgm:cxn modelId="{575E87E9-D5BC-3D40-B8C2-4EF05B5C5977}" type="presParOf" srcId="{B219F7FF-9740-4C4D-89FA-285B96036274}" destId="{003E4100-2566-C543-8695-F70ED0C8B034}" srcOrd="0" destOrd="0" presId="urn:microsoft.com/office/officeart/2005/8/layout/orgChart1"/>
    <dgm:cxn modelId="{90591B8B-B6F9-4242-9338-457432A1E17C}" type="presParOf" srcId="{B219F7FF-9740-4C4D-89FA-285B96036274}" destId="{A3A77310-7B8F-7348-B69A-2E34C14E37E6}" srcOrd="1" destOrd="0" presId="urn:microsoft.com/office/officeart/2005/8/layout/orgChart1"/>
    <dgm:cxn modelId="{75DEABB2-F982-2E48-8D56-E02AB04E6857}" type="presParOf" srcId="{A3A77310-7B8F-7348-B69A-2E34C14E37E6}" destId="{3DFD2F3B-9077-D948-9929-181865407EC2}" srcOrd="0" destOrd="0" presId="urn:microsoft.com/office/officeart/2005/8/layout/orgChart1"/>
    <dgm:cxn modelId="{2A6B4865-9980-FD4A-A903-F58490F31AC0}" type="presParOf" srcId="{3DFD2F3B-9077-D948-9929-181865407EC2}" destId="{EF953B74-D73F-EA4F-BEC7-402B98075E57}" srcOrd="0" destOrd="0" presId="urn:microsoft.com/office/officeart/2005/8/layout/orgChart1"/>
    <dgm:cxn modelId="{698CD33C-7693-0342-B6CB-794DD953395B}" type="presParOf" srcId="{3DFD2F3B-9077-D948-9929-181865407EC2}" destId="{A8C372A5-8EE1-2941-A294-47FBDD7AEBA5}" srcOrd="1" destOrd="0" presId="urn:microsoft.com/office/officeart/2005/8/layout/orgChart1"/>
    <dgm:cxn modelId="{1E5935CB-BD15-714A-AD3E-69171A691EA6}" type="presParOf" srcId="{A3A77310-7B8F-7348-B69A-2E34C14E37E6}" destId="{8321CABD-D17A-8649-AEAA-2D9B298CA354}" srcOrd="1" destOrd="0" presId="urn:microsoft.com/office/officeart/2005/8/layout/orgChart1"/>
    <dgm:cxn modelId="{A6E4FBAE-12E8-C34A-BA86-811992839BBC}" type="presParOf" srcId="{8321CABD-D17A-8649-AEAA-2D9B298CA354}" destId="{686EFB0C-4C15-8349-AEFB-C8A15361CCB0}" srcOrd="0" destOrd="0" presId="urn:microsoft.com/office/officeart/2005/8/layout/orgChart1"/>
    <dgm:cxn modelId="{A52E0BA0-50DD-D64C-89A0-CB2848D0D0A1}" type="presParOf" srcId="{8321CABD-D17A-8649-AEAA-2D9B298CA354}" destId="{CD06E75F-05C8-6946-A647-044C0CE5B16C}" srcOrd="1" destOrd="0" presId="urn:microsoft.com/office/officeart/2005/8/layout/orgChart1"/>
    <dgm:cxn modelId="{EFC9F70E-B6E3-2D46-887D-3991F85EF29E}" type="presParOf" srcId="{CD06E75F-05C8-6946-A647-044C0CE5B16C}" destId="{9EBBF8D7-826E-EA41-962E-4465A84D115A}" srcOrd="0" destOrd="0" presId="urn:microsoft.com/office/officeart/2005/8/layout/orgChart1"/>
    <dgm:cxn modelId="{72AB8012-6C82-6647-8927-1DFF25C69BFA}" type="presParOf" srcId="{9EBBF8D7-826E-EA41-962E-4465A84D115A}" destId="{D777CD76-41ED-FA44-BCF4-817E4FB3FEDE}" srcOrd="0" destOrd="0" presId="urn:microsoft.com/office/officeart/2005/8/layout/orgChart1"/>
    <dgm:cxn modelId="{FF32CDFC-92BD-A443-88C6-2F45462CF5E8}" type="presParOf" srcId="{9EBBF8D7-826E-EA41-962E-4465A84D115A}" destId="{60C7A40B-AFE7-5245-BA46-EFA84416DF76}" srcOrd="1" destOrd="0" presId="urn:microsoft.com/office/officeart/2005/8/layout/orgChart1"/>
    <dgm:cxn modelId="{9148B347-F28C-EF43-97A3-A90134D6E882}" type="presParOf" srcId="{CD06E75F-05C8-6946-A647-044C0CE5B16C}" destId="{E6FFE1F3-7AA1-D242-B718-FC7BAD5316E6}" srcOrd="1" destOrd="0" presId="urn:microsoft.com/office/officeart/2005/8/layout/orgChart1"/>
    <dgm:cxn modelId="{19D65A9F-DD77-0A40-B38E-363D3054FEAF}" type="presParOf" srcId="{CD06E75F-05C8-6946-A647-044C0CE5B16C}" destId="{FA007B05-340F-4D49-A7B0-3A38A7C357FC}" srcOrd="2" destOrd="0" presId="urn:microsoft.com/office/officeart/2005/8/layout/orgChart1"/>
    <dgm:cxn modelId="{7D84DD2B-1094-6C43-9B5F-8A1CCABE1361}" type="presParOf" srcId="{A3A77310-7B8F-7348-B69A-2E34C14E37E6}" destId="{1CA0C1A9-0F3E-5349-978D-99A879C18003}" srcOrd="2" destOrd="0" presId="urn:microsoft.com/office/officeart/2005/8/layout/orgChart1"/>
    <dgm:cxn modelId="{29AA443A-2E20-5247-A82C-1CCBE91E25A5}" type="presParOf" srcId="{B219F7FF-9740-4C4D-89FA-285B96036274}" destId="{493E069C-5C5C-1945-8421-924BCF5BF993}" srcOrd="2" destOrd="0" presId="urn:microsoft.com/office/officeart/2005/8/layout/orgChart1"/>
    <dgm:cxn modelId="{ABABD21D-DE2B-9B43-AAF5-A5A9E29659FB}" type="presParOf" srcId="{B219F7FF-9740-4C4D-89FA-285B96036274}" destId="{EAAB75C0-1DB4-E541-9440-99EBEBA1B241}" srcOrd="3" destOrd="0" presId="urn:microsoft.com/office/officeart/2005/8/layout/orgChart1"/>
    <dgm:cxn modelId="{03FDB7DE-454A-DA40-B9FA-F5F16CBD734C}" type="presParOf" srcId="{EAAB75C0-1DB4-E541-9440-99EBEBA1B241}" destId="{ED47E5EF-BDAD-0A47-8713-216C7BB40940}" srcOrd="0" destOrd="0" presId="urn:microsoft.com/office/officeart/2005/8/layout/orgChart1"/>
    <dgm:cxn modelId="{C2347D90-F06F-1848-ADB1-097A7A7C9821}" type="presParOf" srcId="{ED47E5EF-BDAD-0A47-8713-216C7BB40940}" destId="{BFFA47B3-A880-1A40-90A9-793AB1422969}" srcOrd="0" destOrd="0" presId="urn:microsoft.com/office/officeart/2005/8/layout/orgChart1"/>
    <dgm:cxn modelId="{29F2D3D5-9F17-A04C-B7B3-548B3C4C2AC5}" type="presParOf" srcId="{ED47E5EF-BDAD-0A47-8713-216C7BB40940}" destId="{51F5E7FD-E89A-0A42-BB96-BC612B4DE5D8}" srcOrd="1" destOrd="0" presId="urn:microsoft.com/office/officeart/2005/8/layout/orgChart1"/>
    <dgm:cxn modelId="{DABA3CBD-B439-6440-A5DD-FBC4B8EAB0D5}" type="presParOf" srcId="{EAAB75C0-1DB4-E541-9440-99EBEBA1B241}" destId="{B1E6ABDF-6A9D-9A48-AE62-E48D33D2E610}" srcOrd="1" destOrd="0" presId="urn:microsoft.com/office/officeart/2005/8/layout/orgChart1"/>
    <dgm:cxn modelId="{1E1B2311-2F76-574C-90B6-09135238DE53}" type="presParOf" srcId="{B1E6ABDF-6A9D-9A48-AE62-E48D33D2E610}" destId="{CD8A1912-062E-A946-932A-D82D02491C1E}" srcOrd="0" destOrd="0" presId="urn:microsoft.com/office/officeart/2005/8/layout/orgChart1"/>
    <dgm:cxn modelId="{7A981018-B7B2-3E47-B064-E16E9734F9DA}" type="presParOf" srcId="{B1E6ABDF-6A9D-9A48-AE62-E48D33D2E610}" destId="{0629D8FE-C090-5C4B-993A-225DBD153F5C}" srcOrd="1" destOrd="0" presId="urn:microsoft.com/office/officeart/2005/8/layout/orgChart1"/>
    <dgm:cxn modelId="{203ED5F4-FF5C-844B-B2DB-FA88CF15B302}" type="presParOf" srcId="{0629D8FE-C090-5C4B-993A-225DBD153F5C}" destId="{880761F9-3295-D54D-B63F-D03EC3F4EC8F}" srcOrd="0" destOrd="0" presId="urn:microsoft.com/office/officeart/2005/8/layout/orgChart1"/>
    <dgm:cxn modelId="{73F92BF8-AAFF-9F4C-B705-C66EC9BB9891}" type="presParOf" srcId="{880761F9-3295-D54D-B63F-D03EC3F4EC8F}" destId="{E9EA505A-87F1-AC40-99F2-F33EB3A8750C}" srcOrd="0" destOrd="0" presId="urn:microsoft.com/office/officeart/2005/8/layout/orgChart1"/>
    <dgm:cxn modelId="{A78B9EB1-9F49-894A-9FF7-ACAA55FFC97A}" type="presParOf" srcId="{880761F9-3295-D54D-B63F-D03EC3F4EC8F}" destId="{082D0131-7010-0240-960B-73B328B4432F}" srcOrd="1" destOrd="0" presId="urn:microsoft.com/office/officeart/2005/8/layout/orgChart1"/>
    <dgm:cxn modelId="{A783B79E-C2AF-9C41-BB78-8F7D321EB386}" type="presParOf" srcId="{0629D8FE-C090-5C4B-993A-225DBD153F5C}" destId="{48859659-69B3-B74A-A128-0B61B382B936}" srcOrd="1" destOrd="0" presId="urn:microsoft.com/office/officeart/2005/8/layout/orgChart1"/>
    <dgm:cxn modelId="{FA43D65D-D916-7842-B97A-FB468E7ACC6F}" type="presParOf" srcId="{0629D8FE-C090-5C4B-993A-225DBD153F5C}" destId="{8EDC7691-FD5A-9146-87D3-FDE39F295A97}" srcOrd="2" destOrd="0" presId="urn:microsoft.com/office/officeart/2005/8/layout/orgChart1"/>
    <dgm:cxn modelId="{3B0A5E15-B82F-A148-9DC1-F21D59B04F7B}" type="presParOf" srcId="{EAAB75C0-1DB4-E541-9440-99EBEBA1B241}" destId="{FB09C41D-281B-FF49-8AAE-D1D5E89DB713}" srcOrd="2" destOrd="0" presId="urn:microsoft.com/office/officeart/2005/8/layout/orgChart1"/>
    <dgm:cxn modelId="{D61B7BF2-C3CF-A246-9C29-E8778B1C0A36}" type="presParOf" srcId="{6103119D-CC1D-804C-9B5B-ED3756BE3144}" destId="{3781E50C-778B-5D4E-AB82-07F0B4638562}" srcOrd="2" destOrd="0" presId="urn:microsoft.com/office/officeart/2005/8/layout/orgChart1"/>
    <dgm:cxn modelId="{3A7165CA-8729-1C47-AA67-37ECF1E8E3A3}" type="presParOf" srcId="{E883AC9C-E8E2-7941-9A50-EFD0FAD5116D}" destId="{2E41E382-3E62-764E-B1EB-AE1647ED195C}" srcOrd="2" destOrd="0" presId="urn:microsoft.com/office/officeart/2005/8/layout/orgChart1"/>
    <dgm:cxn modelId="{9A8B3462-58DA-3241-8AF8-EB0878D52691}" type="presParOf" srcId="{E8914627-8B2D-874A-9A44-A4B68C1CC0C9}" destId="{CCE0E6E9-0E5D-C24C-9236-7F9E7AA067CB}" srcOrd="2" destOrd="0" presId="urn:microsoft.com/office/officeart/2005/8/layout/orgChart1"/>
    <dgm:cxn modelId="{3B728F8A-F510-034F-9E3B-D29321F5E879}" type="presParOf" srcId="{B03F5493-9C6D-0D4F-9AA1-0AC492F34AED}" destId="{95A1A6F3-8DB4-8841-8AC8-6FCEE7D7386D}" srcOrd="2" destOrd="0" presId="urn:microsoft.com/office/officeart/2005/8/layout/orgChart1"/>
    <dgm:cxn modelId="{8C2E943C-D280-624C-837D-7B16FC158BEC}" type="presParOf" srcId="{DA298CC6-A846-6C45-A4A9-170167D6FB7C}" destId="{FD0D9FDB-ABBC-BC4E-85F2-0C047BABA496}" srcOrd="2" destOrd="0" presId="urn:microsoft.com/office/officeart/2005/8/layout/orgChart1"/>
    <dgm:cxn modelId="{4A692969-E010-D04C-9D45-5D8D32833C82}" type="presParOf" srcId="{DA298CC6-A846-6C45-A4A9-170167D6FB7C}" destId="{30740223-C0DA-1442-989A-D97814BFF96E}" srcOrd="3" destOrd="0" presId="urn:microsoft.com/office/officeart/2005/8/layout/orgChart1"/>
    <dgm:cxn modelId="{3D9898FC-CF4D-8B47-91EB-1A34EA1A62F4}" type="presParOf" srcId="{30740223-C0DA-1442-989A-D97814BFF96E}" destId="{B54357C5-5D96-B94C-8485-474AF2D9BB97}" srcOrd="0" destOrd="0" presId="urn:microsoft.com/office/officeart/2005/8/layout/orgChart1"/>
    <dgm:cxn modelId="{8ED1F52B-0D9B-D040-9394-4D53030B571C}" type="presParOf" srcId="{B54357C5-5D96-B94C-8485-474AF2D9BB97}" destId="{9EF9B02D-DF4F-FE4B-A317-D93D4581F5DD}" srcOrd="0" destOrd="0" presId="urn:microsoft.com/office/officeart/2005/8/layout/orgChart1"/>
    <dgm:cxn modelId="{F755DBB0-495A-7149-8B19-F6E7EE17C651}" type="presParOf" srcId="{B54357C5-5D96-B94C-8485-474AF2D9BB97}" destId="{A1F2AF92-E7A6-0342-86A2-8A7A0F5DCEFE}" srcOrd="1" destOrd="0" presId="urn:microsoft.com/office/officeart/2005/8/layout/orgChart1"/>
    <dgm:cxn modelId="{86C9D02B-6A84-E343-8524-90F6FF372B92}" type="presParOf" srcId="{30740223-C0DA-1442-989A-D97814BFF96E}" destId="{8E0061CF-C95E-EB42-927A-DA62A60EC04A}" srcOrd="1" destOrd="0" presId="urn:microsoft.com/office/officeart/2005/8/layout/orgChart1"/>
    <dgm:cxn modelId="{06D427F9-6A05-584B-B842-196E709E666C}" type="presParOf" srcId="{8E0061CF-C95E-EB42-927A-DA62A60EC04A}" destId="{B107A14B-4BDC-424C-B93A-32A74608922E}" srcOrd="0" destOrd="0" presId="urn:microsoft.com/office/officeart/2005/8/layout/orgChart1"/>
    <dgm:cxn modelId="{AB5C5147-319D-874B-9D54-4601F345F77E}" type="presParOf" srcId="{8E0061CF-C95E-EB42-927A-DA62A60EC04A}" destId="{3EA20CFE-AFB1-8044-B56F-D7DB3D26A08D}" srcOrd="1" destOrd="0" presId="urn:microsoft.com/office/officeart/2005/8/layout/orgChart1"/>
    <dgm:cxn modelId="{3037CC0F-5603-4C4A-9147-850141D94B9D}" type="presParOf" srcId="{3EA20CFE-AFB1-8044-B56F-D7DB3D26A08D}" destId="{010BCCCA-8217-8F42-A35B-C9AA0BBF52FF}" srcOrd="0" destOrd="0" presId="urn:microsoft.com/office/officeart/2005/8/layout/orgChart1"/>
    <dgm:cxn modelId="{361926F2-D355-9E49-85BC-A6B3403EFAFC}" type="presParOf" srcId="{010BCCCA-8217-8F42-A35B-C9AA0BBF52FF}" destId="{D55E269D-B4C0-3F45-A93B-177535A1B8C1}" srcOrd="0" destOrd="0" presId="urn:microsoft.com/office/officeart/2005/8/layout/orgChart1"/>
    <dgm:cxn modelId="{F18A7978-4E9A-9747-B760-3E9E307B8905}" type="presParOf" srcId="{010BCCCA-8217-8F42-A35B-C9AA0BBF52FF}" destId="{8646DED7-BCDB-D94E-81C4-D531B7C82F40}" srcOrd="1" destOrd="0" presId="urn:microsoft.com/office/officeart/2005/8/layout/orgChart1"/>
    <dgm:cxn modelId="{22471A1C-72D0-534B-A37E-D4088519868F}" type="presParOf" srcId="{3EA20CFE-AFB1-8044-B56F-D7DB3D26A08D}" destId="{40F27BA6-74B5-E143-B5C6-1CAC9C29E2BE}" srcOrd="1" destOrd="0" presId="urn:microsoft.com/office/officeart/2005/8/layout/orgChart1"/>
    <dgm:cxn modelId="{3F377635-EFA5-3340-8BA1-1FFE2BCF0BF6}" type="presParOf" srcId="{40F27BA6-74B5-E143-B5C6-1CAC9C29E2BE}" destId="{0A9BB3C7-4C67-1949-B4BE-EA2602A580B8}" srcOrd="0" destOrd="0" presId="urn:microsoft.com/office/officeart/2005/8/layout/orgChart1"/>
    <dgm:cxn modelId="{CD05AEBB-3924-DD4D-B2F0-68D45C4AE616}" type="presParOf" srcId="{40F27BA6-74B5-E143-B5C6-1CAC9C29E2BE}" destId="{34D89C0C-FF4F-7E4C-9633-616825C3B6C5}" srcOrd="1" destOrd="0" presId="urn:microsoft.com/office/officeart/2005/8/layout/orgChart1"/>
    <dgm:cxn modelId="{532855F0-019A-B240-BC42-42CE583396DB}" type="presParOf" srcId="{34D89C0C-FF4F-7E4C-9633-616825C3B6C5}" destId="{12B490D0-4E56-2C49-A1B7-184A049CBF08}" srcOrd="0" destOrd="0" presId="urn:microsoft.com/office/officeart/2005/8/layout/orgChart1"/>
    <dgm:cxn modelId="{C823D590-9D6C-4543-B3DD-9BAF25D5E11D}" type="presParOf" srcId="{12B490D0-4E56-2C49-A1B7-184A049CBF08}" destId="{00AE9B91-0C5D-3A4C-B346-78F629125E86}" srcOrd="0" destOrd="0" presId="urn:microsoft.com/office/officeart/2005/8/layout/orgChart1"/>
    <dgm:cxn modelId="{332FB4FA-D18D-474E-8C73-60144DA2D141}" type="presParOf" srcId="{12B490D0-4E56-2C49-A1B7-184A049CBF08}" destId="{DDB89DC2-8370-B140-8A6E-C135625DDA63}" srcOrd="1" destOrd="0" presId="urn:microsoft.com/office/officeart/2005/8/layout/orgChart1"/>
    <dgm:cxn modelId="{697F34CB-7F0D-9340-AFA9-260E84914705}" type="presParOf" srcId="{34D89C0C-FF4F-7E4C-9633-616825C3B6C5}" destId="{091BECA7-4C02-1B42-95AD-13EA92CF0507}" srcOrd="1" destOrd="0" presId="urn:microsoft.com/office/officeart/2005/8/layout/orgChart1"/>
    <dgm:cxn modelId="{5DAACACD-BE50-9F4B-86B7-8CED5695073E}" type="presParOf" srcId="{34D89C0C-FF4F-7E4C-9633-616825C3B6C5}" destId="{33FD426D-E771-5A42-AE82-86602A75E661}" srcOrd="2" destOrd="0" presId="urn:microsoft.com/office/officeart/2005/8/layout/orgChart1"/>
    <dgm:cxn modelId="{1FBE11A0-D906-A849-B087-38F5C8ED3DC1}" type="presParOf" srcId="{3EA20CFE-AFB1-8044-B56F-D7DB3D26A08D}" destId="{8AA2CAE3-560A-054C-92BC-4F93A35F6902}" srcOrd="2" destOrd="0" presId="urn:microsoft.com/office/officeart/2005/8/layout/orgChart1"/>
    <dgm:cxn modelId="{A4282DBC-9E6E-A74E-B5DF-C2EF4A9BE907}" type="presParOf" srcId="{30740223-C0DA-1442-989A-D97814BFF96E}" destId="{E3C5709F-505A-9C4F-A00E-309C04FBD2C4}" srcOrd="2" destOrd="0" presId="urn:microsoft.com/office/officeart/2005/8/layout/orgChart1"/>
    <dgm:cxn modelId="{A5838387-8276-8C47-BC6C-2786D20F969E}" type="presParOf" srcId="{C5F295DC-89E7-E143-BD86-0B77D55163A5}" destId="{2E031949-AE1F-8741-A8D0-4686B91A1CA5}" srcOrd="2" destOrd="0" presId="urn:microsoft.com/office/officeart/2005/8/layout/orgChart1"/>
    <dgm:cxn modelId="{D3A0A035-5AB3-A047-BF56-C19B9DB43FF8}" type="presParOf" srcId="{CDA30940-E071-4942-8319-0F0B6FD14E84}" destId="{6EC6539B-53D6-B74E-85EE-B09D6543D857}" srcOrd="2" destOrd="0" presId="urn:microsoft.com/office/officeart/2005/8/layout/orgChart1"/>
    <dgm:cxn modelId="{7528D627-AB1C-6949-8D7A-1178A67FA017}" type="presParOf" srcId="{F3AA77AE-4571-9444-807D-FFCD2A672B02}" destId="{57E2E5B2-BBC6-A747-9536-B1E16FFD5464}" srcOrd="2" destOrd="0" presId="urn:microsoft.com/office/officeart/2005/8/layout/orgChart1"/>
    <dgm:cxn modelId="{220CD83A-BFBC-1C40-925A-D36DF8054630}" type="presParOf" srcId="{A996F44D-3D24-B443-8A54-15E73AA98007}" destId="{0BE49338-4E31-7841-A977-2966EB3FE35D}" srcOrd="2" destOrd="0" presId="urn:microsoft.com/office/officeart/2005/8/layout/orgChart1"/>
    <dgm:cxn modelId="{5674A9AB-226A-6C43-8C39-9456462565AB}" type="presParOf" srcId="{A996F44D-3D24-B443-8A54-15E73AA98007}" destId="{FD2C89AA-DEEF-B148-A3EA-93D6D5D76C02}" srcOrd="3" destOrd="0" presId="urn:microsoft.com/office/officeart/2005/8/layout/orgChart1"/>
    <dgm:cxn modelId="{08C6FAB0-250B-624F-935E-3DEA07E209A9}" type="presParOf" srcId="{FD2C89AA-DEEF-B148-A3EA-93D6D5D76C02}" destId="{5AD928D6-AFFB-C142-9014-7EFE15269C60}" srcOrd="0" destOrd="0" presId="urn:microsoft.com/office/officeart/2005/8/layout/orgChart1"/>
    <dgm:cxn modelId="{FDC24257-5ED4-7E49-A515-3C6005A11B1A}" type="presParOf" srcId="{5AD928D6-AFFB-C142-9014-7EFE15269C60}" destId="{48497C4A-B4EC-3F41-A47A-31E293546422}" srcOrd="0" destOrd="0" presId="urn:microsoft.com/office/officeart/2005/8/layout/orgChart1"/>
    <dgm:cxn modelId="{A1C0CECF-181A-3A42-91AD-DC1B26D6BC59}" type="presParOf" srcId="{5AD928D6-AFFB-C142-9014-7EFE15269C60}" destId="{9525AC9F-A297-C74A-8316-0D6141FFB989}" srcOrd="1" destOrd="0" presId="urn:microsoft.com/office/officeart/2005/8/layout/orgChart1"/>
    <dgm:cxn modelId="{A9130C8D-2490-D244-B366-5DFC58195190}" type="presParOf" srcId="{FD2C89AA-DEEF-B148-A3EA-93D6D5D76C02}" destId="{C8BB7C00-D21D-0B44-AC94-86390B30BC1D}" srcOrd="1" destOrd="0" presId="urn:microsoft.com/office/officeart/2005/8/layout/orgChart1"/>
    <dgm:cxn modelId="{13584364-DD34-C244-9780-BE5BA1B5E21C}" type="presParOf" srcId="{C8BB7C00-D21D-0B44-AC94-86390B30BC1D}" destId="{6F7C17BA-274C-B847-A4FE-6D37E1E977EC}" srcOrd="0" destOrd="0" presId="urn:microsoft.com/office/officeart/2005/8/layout/orgChart1"/>
    <dgm:cxn modelId="{93902E2F-CAFF-D94F-962A-EC55A8902C43}" type="presParOf" srcId="{C8BB7C00-D21D-0B44-AC94-86390B30BC1D}" destId="{16B6B960-314D-DA4B-82AD-6E121CB4D706}" srcOrd="1" destOrd="0" presId="urn:microsoft.com/office/officeart/2005/8/layout/orgChart1"/>
    <dgm:cxn modelId="{9CE6A8FD-E908-374A-B37E-490C50E08C43}" type="presParOf" srcId="{16B6B960-314D-DA4B-82AD-6E121CB4D706}" destId="{A57E753A-2C50-894D-840A-A16C27E2C3F1}" srcOrd="0" destOrd="0" presId="urn:microsoft.com/office/officeart/2005/8/layout/orgChart1"/>
    <dgm:cxn modelId="{6F26044E-F636-3944-BF38-7B4432BE897A}" type="presParOf" srcId="{A57E753A-2C50-894D-840A-A16C27E2C3F1}" destId="{0F143A57-0A14-3547-A346-8DBC4163ADC4}" srcOrd="0" destOrd="0" presId="urn:microsoft.com/office/officeart/2005/8/layout/orgChart1"/>
    <dgm:cxn modelId="{5BB6A85F-B1EA-D741-9F2A-074C20A5B979}" type="presParOf" srcId="{A57E753A-2C50-894D-840A-A16C27E2C3F1}" destId="{421C4F86-8BB5-AF45-9C98-0832D52FEC30}" srcOrd="1" destOrd="0" presId="urn:microsoft.com/office/officeart/2005/8/layout/orgChart1"/>
    <dgm:cxn modelId="{42A83F07-53C6-C44F-82B0-D73B0BC775EB}" type="presParOf" srcId="{16B6B960-314D-DA4B-82AD-6E121CB4D706}" destId="{B0F57CA3-FD91-1742-ADE6-80B0CA2F360C}" srcOrd="1" destOrd="0" presId="urn:microsoft.com/office/officeart/2005/8/layout/orgChart1"/>
    <dgm:cxn modelId="{352A5607-3674-F145-9546-F509606C715C}" type="presParOf" srcId="{B0F57CA3-FD91-1742-ADE6-80B0CA2F360C}" destId="{64DB311A-4A1F-3A47-8952-B8E944014770}" srcOrd="0" destOrd="0" presId="urn:microsoft.com/office/officeart/2005/8/layout/orgChart1"/>
    <dgm:cxn modelId="{66E5DDE1-9AF6-8845-9C9B-EC0FBE3659F6}" type="presParOf" srcId="{B0F57CA3-FD91-1742-ADE6-80B0CA2F360C}" destId="{1648DD9F-D409-5449-BBF7-D7C096995784}" srcOrd="1" destOrd="0" presId="urn:microsoft.com/office/officeart/2005/8/layout/orgChart1"/>
    <dgm:cxn modelId="{8B300321-057F-2C48-BE88-AEC0970C29FA}" type="presParOf" srcId="{1648DD9F-D409-5449-BBF7-D7C096995784}" destId="{C312093C-4EEC-3B4E-BE5C-EF3F26F3F7AB}" srcOrd="0" destOrd="0" presId="urn:microsoft.com/office/officeart/2005/8/layout/orgChart1"/>
    <dgm:cxn modelId="{9007BA0E-819D-894B-ADDF-A089F10F73F9}" type="presParOf" srcId="{C312093C-4EEC-3B4E-BE5C-EF3F26F3F7AB}" destId="{C9E9F3CC-11F9-DB4B-B922-E71A4B297212}" srcOrd="0" destOrd="0" presId="urn:microsoft.com/office/officeart/2005/8/layout/orgChart1"/>
    <dgm:cxn modelId="{E16568FD-CCA3-C14C-8482-FFCA69067E3A}" type="presParOf" srcId="{C312093C-4EEC-3B4E-BE5C-EF3F26F3F7AB}" destId="{5BCFC623-90DD-3241-BB0E-FF4286C4B2BA}" srcOrd="1" destOrd="0" presId="urn:microsoft.com/office/officeart/2005/8/layout/orgChart1"/>
    <dgm:cxn modelId="{D3266AC1-D85F-614D-A63A-EE73957D38EE}" type="presParOf" srcId="{1648DD9F-D409-5449-BBF7-D7C096995784}" destId="{FEBD59AC-C5BB-0A4D-8623-3DB63A8E6F17}" srcOrd="1" destOrd="0" presId="urn:microsoft.com/office/officeart/2005/8/layout/orgChart1"/>
    <dgm:cxn modelId="{01768B54-7640-FA47-B907-0C4EF890209C}" type="presParOf" srcId="{FEBD59AC-C5BB-0A4D-8623-3DB63A8E6F17}" destId="{FACDF4A6-593E-EB41-ABD4-65D70C55C1A4}" srcOrd="0" destOrd="0" presId="urn:microsoft.com/office/officeart/2005/8/layout/orgChart1"/>
    <dgm:cxn modelId="{1047B8FC-8FC2-2D40-890D-B3F889EBECE5}" type="presParOf" srcId="{FEBD59AC-C5BB-0A4D-8623-3DB63A8E6F17}" destId="{E40861A5-C443-E748-B506-ABAD417FCE05}" srcOrd="1" destOrd="0" presId="urn:microsoft.com/office/officeart/2005/8/layout/orgChart1"/>
    <dgm:cxn modelId="{05681EA0-3515-6543-A83D-879E4309BABE}" type="presParOf" srcId="{E40861A5-C443-E748-B506-ABAD417FCE05}" destId="{0EB11348-E6AD-DA48-9399-39422AA23EDD}" srcOrd="0" destOrd="0" presId="urn:microsoft.com/office/officeart/2005/8/layout/orgChart1"/>
    <dgm:cxn modelId="{130A0F21-FBEA-AA45-AF6E-448CCC55FD2F}" type="presParOf" srcId="{0EB11348-E6AD-DA48-9399-39422AA23EDD}" destId="{FA16607D-1B81-9A48-B667-DA01C8E4BD74}" srcOrd="0" destOrd="0" presId="urn:microsoft.com/office/officeart/2005/8/layout/orgChart1"/>
    <dgm:cxn modelId="{F13D78D6-9D86-DC4D-8A1D-C0A337210C18}" type="presParOf" srcId="{0EB11348-E6AD-DA48-9399-39422AA23EDD}" destId="{16E4C15E-42C1-FC4D-9E4C-05A514DE8F32}" srcOrd="1" destOrd="0" presId="urn:microsoft.com/office/officeart/2005/8/layout/orgChart1"/>
    <dgm:cxn modelId="{1FA3024F-ECA6-D443-B420-40D2733C5F1F}" type="presParOf" srcId="{E40861A5-C443-E748-B506-ABAD417FCE05}" destId="{28729C0C-9E09-9E45-A8BA-56F1AEAACF89}" srcOrd="1" destOrd="0" presId="urn:microsoft.com/office/officeart/2005/8/layout/orgChart1"/>
    <dgm:cxn modelId="{63F23F83-D054-5D45-ACDB-C5244EEF62EA}" type="presParOf" srcId="{28729C0C-9E09-9E45-A8BA-56F1AEAACF89}" destId="{46B63B86-DFF5-994C-AA45-21E019DDB9A3}" srcOrd="0" destOrd="0" presId="urn:microsoft.com/office/officeart/2005/8/layout/orgChart1"/>
    <dgm:cxn modelId="{4E19C071-5201-6845-8BC9-6E65D5290C59}" type="presParOf" srcId="{28729C0C-9E09-9E45-A8BA-56F1AEAACF89}" destId="{71209CF5-37D5-6C4E-BF45-C34342801A47}" srcOrd="1" destOrd="0" presId="urn:microsoft.com/office/officeart/2005/8/layout/orgChart1"/>
    <dgm:cxn modelId="{FEA99B0F-6C4C-0B44-A96D-153FB3E67EDB}" type="presParOf" srcId="{71209CF5-37D5-6C4E-BF45-C34342801A47}" destId="{6ABD4850-5CD1-8247-867B-1A042F037427}" srcOrd="0" destOrd="0" presId="urn:microsoft.com/office/officeart/2005/8/layout/orgChart1"/>
    <dgm:cxn modelId="{5EAB46CE-B124-1A46-85FE-BCBD04926FD3}" type="presParOf" srcId="{6ABD4850-5CD1-8247-867B-1A042F037427}" destId="{4E814A77-EAB9-A847-92F8-CFFC55E43EE7}" srcOrd="0" destOrd="0" presId="urn:microsoft.com/office/officeart/2005/8/layout/orgChart1"/>
    <dgm:cxn modelId="{386EB72B-B4D1-5B4B-8972-9EF565D57FF6}" type="presParOf" srcId="{6ABD4850-5CD1-8247-867B-1A042F037427}" destId="{4BEF697F-8783-6A4A-B678-1A624F5A49F5}" srcOrd="1" destOrd="0" presId="urn:microsoft.com/office/officeart/2005/8/layout/orgChart1"/>
    <dgm:cxn modelId="{BEDB8F27-29B1-5943-A5AD-6AD14A2F67A7}" type="presParOf" srcId="{71209CF5-37D5-6C4E-BF45-C34342801A47}" destId="{33489D80-AC73-8141-B943-9625947A0518}" srcOrd="1" destOrd="0" presId="urn:microsoft.com/office/officeart/2005/8/layout/orgChart1"/>
    <dgm:cxn modelId="{B90157A5-96A2-6F48-8453-3930D105DF21}" type="presParOf" srcId="{33489D80-AC73-8141-B943-9625947A0518}" destId="{E5FF68D6-D361-BB45-9C94-417F6555FE12}" srcOrd="0" destOrd="0" presId="urn:microsoft.com/office/officeart/2005/8/layout/orgChart1"/>
    <dgm:cxn modelId="{C208CB87-BA7D-5643-BE89-4C6E8B3ABE17}" type="presParOf" srcId="{33489D80-AC73-8141-B943-9625947A0518}" destId="{5B3C313D-E4B4-7D41-ADC1-6DE4829B51AD}" srcOrd="1" destOrd="0" presId="urn:microsoft.com/office/officeart/2005/8/layout/orgChart1"/>
    <dgm:cxn modelId="{06557FE9-0948-E84B-8385-651DA0086804}" type="presParOf" srcId="{5B3C313D-E4B4-7D41-ADC1-6DE4829B51AD}" destId="{4FB5801D-8114-0141-B6EC-6E57D93A7793}" srcOrd="0" destOrd="0" presId="urn:microsoft.com/office/officeart/2005/8/layout/orgChart1"/>
    <dgm:cxn modelId="{73C97870-1FD1-B94E-86E8-728A51E31CC6}" type="presParOf" srcId="{4FB5801D-8114-0141-B6EC-6E57D93A7793}" destId="{0C04164C-DA43-744B-9640-71A33DCBC2AB}" srcOrd="0" destOrd="0" presId="urn:microsoft.com/office/officeart/2005/8/layout/orgChart1"/>
    <dgm:cxn modelId="{73DEA149-00BC-9A4D-9ED0-5C70F7FE665A}" type="presParOf" srcId="{4FB5801D-8114-0141-B6EC-6E57D93A7793}" destId="{1A7AEBFB-F9AA-2244-8CFB-C3729709753C}" srcOrd="1" destOrd="0" presId="urn:microsoft.com/office/officeart/2005/8/layout/orgChart1"/>
    <dgm:cxn modelId="{3EF63BDE-10E0-5F49-9440-D5AEC5173766}" type="presParOf" srcId="{5B3C313D-E4B4-7D41-ADC1-6DE4829B51AD}" destId="{B0899A4B-E00F-F747-92D8-947555D4CE66}" srcOrd="1" destOrd="0" presId="urn:microsoft.com/office/officeart/2005/8/layout/orgChart1"/>
    <dgm:cxn modelId="{FD2BB8AA-5D17-744C-84C5-D4F07CC793F6}" type="presParOf" srcId="{5B3C313D-E4B4-7D41-ADC1-6DE4829B51AD}" destId="{2A3C4478-A825-D846-B186-9C5091AA7FBD}" srcOrd="2" destOrd="0" presId="urn:microsoft.com/office/officeart/2005/8/layout/orgChart1"/>
    <dgm:cxn modelId="{BD8D296F-1BB5-9B49-88EA-1B1C3D601225}" type="presParOf" srcId="{71209CF5-37D5-6C4E-BF45-C34342801A47}" destId="{A3685872-1F86-0648-B05E-8C09DD7B1FF7}" srcOrd="2" destOrd="0" presId="urn:microsoft.com/office/officeart/2005/8/layout/orgChart1"/>
    <dgm:cxn modelId="{94A8E560-CD19-6D42-B4D6-62105EB020E6}" type="presParOf" srcId="{E40861A5-C443-E748-B506-ABAD417FCE05}" destId="{7BA62E8D-FBF8-2B4A-B3C6-DF8234F09B66}" srcOrd="2" destOrd="0" presId="urn:microsoft.com/office/officeart/2005/8/layout/orgChart1"/>
    <dgm:cxn modelId="{34140369-E5A7-0E43-85CC-A3BD57631B58}" type="presParOf" srcId="{FEBD59AC-C5BB-0A4D-8623-3DB63A8E6F17}" destId="{1AF8D188-820C-DF45-BAED-301DB32A9913}" srcOrd="2" destOrd="0" presId="urn:microsoft.com/office/officeart/2005/8/layout/orgChart1"/>
    <dgm:cxn modelId="{F26FC89D-F7ED-AD4D-8768-B32DB30F3AD0}" type="presParOf" srcId="{FEBD59AC-C5BB-0A4D-8623-3DB63A8E6F17}" destId="{B93DE363-0BBE-E64B-B27F-DCBAE4345DCE}" srcOrd="3" destOrd="0" presId="urn:microsoft.com/office/officeart/2005/8/layout/orgChart1"/>
    <dgm:cxn modelId="{37D091F3-9B5C-8542-87B9-7EE1094365BD}" type="presParOf" srcId="{B93DE363-0BBE-E64B-B27F-DCBAE4345DCE}" destId="{DC0202DA-5B01-754D-B31F-DBFD4E1A8BCD}" srcOrd="0" destOrd="0" presId="urn:microsoft.com/office/officeart/2005/8/layout/orgChart1"/>
    <dgm:cxn modelId="{A6CCC640-C756-5846-A177-323114050F98}" type="presParOf" srcId="{DC0202DA-5B01-754D-B31F-DBFD4E1A8BCD}" destId="{0A71A78D-E909-BF41-8219-838C2C89FCC2}" srcOrd="0" destOrd="0" presId="urn:microsoft.com/office/officeart/2005/8/layout/orgChart1"/>
    <dgm:cxn modelId="{E434A8B4-758E-B541-85A1-1E1A8F4371D1}" type="presParOf" srcId="{DC0202DA-5B01-754D-B31F-DBFD4E1A8BCD}" destId="{5F7A0881-09A2-E344-9C19-65F0F5D88106}" srcOrd="1" destOrd="0" presId="urn:microsoft.com/office/officeart/2005/8/layout/orgChart1"/>
    <dgm:cxn modelId="{13CAFDB3-9BE0-5F4E-9E27-94828894CF12}" type="presParOf" srcId="{B93DE363-0BBE-E64B-B27F-DCBAE4345DCE}" destId="{67731AD8-5E30-5B43-9901-039C5D02250C}" srcOrd="1" destOrd="0" presId="urn:microsoft.com/office/officeart/2005/8/layout/orgChart1"/>
    <dgm:cxn modelId="{53E0775A-9FD9-D44F-BEDA-B29C95462619}" type="presParOf" srcId="{67731AD8-5E30-5B43-9901-039C5D02250C}" destId="{1019AFF4-D8C8-CE45-BA36-9F2C41E4F8E7}" srcOrd="0" destOrd="0" presId="urn:microsoft.com/office/officeart/2005/8/layout/orgChart1"/>
    <dgm:cxn modelId="{F7D58588-9EBC-5E4B-8D82-01E0B8BE1F5D}" type="presParOf" srcId="{67731AD8-5E30-5B43-9901-039C5D02250C}" destId="{FD53DF85-A88A-8947-9AB7-981CB379F69C}" srcOrd="1" destOrd="0" presId="urn:microsoft.com/office/officeart/2005/8/layout/orgChart1"/>
    <dgm:cxn modelId="{05D75986-169B-474C-AB0B-FFB8874FC928}" type="presParOf" srcId="{FD53DF85-A88A-8947-9AB7-981CB379F69C}" destId="{6F68CA92-7BC7-2E46-A5A2-D2B16505CA3A}" srcOrd="0" destOrd="0" presId="urn:microsoft.com/office/officeart/2005/8/layout/orgChart1"/>
    <dgm:cxn modelId="{18694ABB-AC3B-5F43-BB82-207829AD9B3D}" type="presParOf" srcId="{6F68CA92-7BC7-2E46-A5A2-D2B16505CA3A}" destId="{69B241A1-06BE-4B49-9D38-40A9F75BD9C5}" srcOrd="0" destOrd="0" presId="urn:microsoft.com/office/officeart/2005/8/layout/orgChart1"/>
    <dgm:cxn modelId="{E93F3F0D-BB99-4E47-8CA1-849D404591FD}" type="presParOf" srcId="{6F68CA92-7BC7-2E46-A5A2-D2B16505CA3A}" destId="{704254D2-7645-D549-BBBC-D69B3023A3C2}" srcOrd="1" destOrd="0" presId="urn:microsoft.com/office/officeart/2005/8/layout/orgChart1"/>
    <dgm:cxn modelId="{0719887B-A6C0-074E-AFB9-02A39DF64964}" type="presParOf" srcId="{FD53DF85-A88A-8947-9AB7-981CB379F69C}" destId="{EBB309F9-EA3D-644E-8A70-0D71DB62273F}" srcOrd="1" destOrd="0" presId="urn:microsoft.com/office/officeart/2005/8/layout/orgChart1"/>
    <dgm:cxn modelId="{EB3CDFCF-6DC5-0340-A975-B6F3B22ECF5E}" type="presParOf" srcId="{EBB309F9-EA3D-644E-8A70-0D71DB62273F}" destId="{107105A4-83F5-184D-85CE-7DD08E12A0D5}" srcOrd="0" destOrd="0" presId="urn:microsoft.com/office/officeart/2005/8/layout/orgChart1"/>
    <dgm:cxn modelId="{2FA7FC0F-8741-0049-B0A4-C3D01209EA31}" type="presParOf" srcId="{EBB309F9-EA3D-644E-8A70-0D71DB62273F}" destId="{0DAA93D2-4CEF-8D4C-9298-3C4DAB774D77}" srcOrd="1" destOrd="0" presId="urn:microsoft.com/office/officeart/2005/8/layout/orgChart1"/>
    <dgm:cxn modelId="{40431C41-6009-1B4D-9DD4-A5E1BDF346E5}" type="presParOf" srcId="{0DAA93D2-4CEF-8D4C-9298-3C4DAB774D77}" destId="{4096EE36-32B4-8744-B1B2-F2AD2FE23085}" srcOrd="0" destOrd="0" presId="urn:microsoft.com/office/officeart/2005/8/layout/orgChart1"/>
    <dgm:cxn modelId="{CF485024-2EA6-9A4A-AF5C-FEF2536CBD24}" type="presParOf" srcId="{4096EE36-32B4-8744-B1B2-F2AD2FE23085}" destId="{8812CDD5-0B45-EC4F-9173-20421C1F359F}" srcOrd="0" destOrd="0" presId="urn:microsoft.com/office/officeart/2005/8/layout/orgChart1"/>
    <dgm:cxn modelId="{32AAC4F0-5CBE-7B48-9FCC-7880AE5B5FA3}" type="presParOf" srcId="{4096EE36-32B4-8744-B1B2-F2AD2FE23085}" destId="{210D1520-A765-124D-AFB6-F541A450A584}" srcOrd="1" destOrd="0" presId="urn:microsoft.com/office/officeart/2005/8/layout/orgChart1"/>
    <dgm:cxn modelId="{7FDBF3B0-30E2-AE49-94EF-0460360454FB}" type="presParOf" srcId="{0DAA93D2-4CEF-8D4C-9298-3C4DAB774D77}" destId="{D9E0DC90-4CF0-784F-A349-37ECFBE1519A}" srcOrd="1" destOrd="0" presId="urn:microsoft.com/office/officeart/2005/8/layout/orgChart1"/>
    <dgm:cxn modelId="{71A78D35-6975-BB4F-8FD0-C0694DC34E72}" type="presParOf" srcId="{D9E0DC90-4CF0-784F-A349-37ECFBE1519A}" destId="{D5244B91-B595-6843-BF3A-124DB5436E20}" srcOrd="0" destOrd="0" presId="urn:microsoft.com/office/officeart/2005/8/layout/orgChart1"/>
    <dgm:cxn modelId="{E49B3E08-7A1E-6946-BE82-67FEB10EDD05}" type="presParOf" srcId="{D9E0DC90-4CF0-784F-A349-37ECFBE1519A}" destId="{711E77D7-446C-AD41-AE0B-21F8C06B2648}" srcOrd="1" destOrd="0" presId="urn:microsoft.com/office/officeart/2005/8/layout/orgChart1"/>
    <dgm:cxn modelId="{EFB040EA-73D8-5F4E-9763-02B617391118}" type="presParOf" srcId="{711E77D7-446C-AD41-AE0B-21F8C06B2648}" destId="{6BE6D3FA-FBDB-D445-B0B5-D80F7112FF28}" srcOrd="0" destOrd="0" presId="urn:microsoft.com/office/officeart/2005/8/layout/orgChart1"/>
    <dgm:cxn modelId="{F167533C-C354-574A-BEE8-47C76C936D18}" type="presParOf" srcId="{6BE6D3FA-FBDB-D445-B0B5-D80F7112FF28}" destId="{FA81F937-48A2-7144-9438-CF9267137C70}" srcOrd="0" destOrd="0" presId="urn:microsoft.com/office/officeart/2005/8/layout/orgChart1"/>
    <dgm:cxn modelId="{016AC8BF-7721-B343-AAD2-416300876933}" type="presParOf" srcId="{6BE6D3FA-FBDB-D445-B0B5-D80F7112FF28}" destId="{CE9483A1-8A76-C24D-82C5-E424B52FC0A3}" srcOrd="1" destOrd="0" presId="urn:microsoft.com/office/officeart/2005/8/layout/orgChart1"/>
    <dgm:cxn modelId="{EA99D237-5F34-2041-AFEC-68BA0D7BA504}" type="presParOf" srcId="{711E77D7-446C-AD41-AE0B-21F8C06B2648}" destId="{98636B85-EF71-4C41-A296-470D92C3EA78}" srcOrd="1" destOrd="0" presId="urn:microsoft.com/office/officeart/2005/8/layout/orgChart1"/>
    <dgm:cxn modelId="{5BAA69B9-A682-F84E-B6D2-89C3287B02D2}" type="presParOf" srcId="{711E77D7-446C-AD41-AE0B-21F8C06B2648}" destId="{CBE839AE-48F4-8F41-BC40-52E6A8F34C3F}" srcOrd="2" destOrd="0" presId="urn:microsoft.com/office/officeart/2005/8/layout/orgChart1"/>
    <dgm:cxn modelId="{214DF6EC-AD35-E74A-B559-A86E67D0CAE5}" type="presParOf" srcId="{D9E0DC90-4CF0-784F-A349-37ECFBE1519A}" destId="{40C95581-10E7-E04A-BE76-EB7B756835C4}" srcOrd="2" destOrd="0" presId="urn:microsoft.com/office/officeart/2005/8/layout/orgChart1"/>
    <dgm:cxn modelId="{2347F4BB-2D99-D747-865F-76937257A9D4}" type="presParOf" srcId="{D9E0DC90-4CF0-784F-A349-37ECFBE1519A}" destId="{A082AE60-9C1E-164F-B73D-5D04DEC9D56E}" srcOrd="3" destOrd="0" presId="urn:microsoft.com/office/officeart/2005/8/layout/orgChart1"/>
    <dgm:cxn modelId="{01A61CC6-3498-5E4D-B04E-00680E1F7184}" type="presParOf" srcId="{A082AE60-9C1E-164F-B73D-5D04DEC9D56E}" destId="{6FA03E2B-AA28-804D-8DAC-ABB8D9AD6488}" srcOrd="0" destOrd="0" presId="urn:microsoft.com/office/officeart/2005/8/layout/orgChart1"/>
    <dgm:cxn modelId="{DD0231EA-ED4A-CE4B-B29D-114A9517FF18}" type="presParOf" srcId="{6FA03E2B-AA28-804D-8DAC-ABB8D9AD6488}" destId="{81052660-A12F-A048-B90B-4C6628FADFEA}" srcOrd="0" destOrd="0" presId="urn:microsoft.com/office/officeart/2005/8/layout/orgChart1"/>
    <dgm:cxn modelId="{DDA0FB62-B128-C84A-819B-A584643DF207}" type="presParOf" srcId="{6FA03E2B-AA28-804D-8DAC-ABB8D9AD6488}" destId="{51A9397C-76AD-6B4D-A9E5-4E200AE11131}" srcOrd="1" destOrd="0" presId="urn:microsoft.com/office/officeart/2005/8/layout/orgChart1"/>
    <dgm:cxn modelId="{3DD3C806-27C5-D34E-95A7-3AF073F5C2C7}" type="presParOf" srcId="{A082AE60-9C1E-164F-B73D-5D04DEC9D56E}" destId="{987104E8-A26C-2F45-8A24-38338EA88DC6}" srcOrd="1" destOrd="0" presId="urn:microsoft.com/office/officeart/2005/8/layout/orgChart1"/>
    <dgm:cxn modelId="{998AAD15-B03F-C243-B78E-24DB89565BF8}" type="presParOf" srcId="{A082AE60-9C1E-164F-B73D-5D04DEC9D56E}" destId="{4987C110-C681-C748-A0A7-29E8133EB2F1}" srcOrd="2" destOrd="0" presId="urn:microsoft.com/office/officeart/2005/8/layout/orgChart1"/>
    <dgm:cxn modelId="{A51F453B-A484-054C-96BB-F76FC973716C}" type="presParOf" srcId="{0DAA93D2-4CEF-8D4C-9298-3C4DAB774D77}" destId="{E963B9E4-21D9-5A4C-9552-269D1F826E92}" srcOrd="2" destOrd="0" presId="urn:microsoft.com/office/officeart/2005/8/layout/orgChart1"/>
    <dgm:cxn modelId="{6D1FED3F-6C75-C24E-B565-2F9362B2D019}" type="presParOf" srcId="{FD53DF85-A88A-8947-9AB7-981CB379F69C}" destId="{25A27260-084F-B04D-A0F8-A4FAAF5CABA8}" srcOrd="2" destOrd="0" presId="urn:microsoft.com/office/officeart/2005/8/layout/orgChart1"/>
    <dgm:cxn modelId="{99D6BA31-65F7-4E4F-83C1-DA2E70551EDA}" type="presParOf" srcId="{B93DE363-0BBE-E64B-B27F-DCBAE4345DCE}" destId="{31F6FCAD-6FD5-B947-A03C-53912CE6FDA9}" srcOrd="2" destOrd="0" presId="urn:microsoft.com/office/officeart/2005/8/layout/orgChart1"/>
    <dgm:cxn modelId="{2E115D96-88DA-5B47-8087-D7ED5E5CD37B}" type="presParOf" srcId="{1648DD9F-D409-5449-BBF7-D7C096995784}" destId="{91B14471-9FBD-4A48-8414-A7092B47B2D5}" srcOrd="2" destOrd="0" presId="urn:microsoft.com/office/officeart/2005/8/layout/orgChart1"/>
    <dgm:cxn modelId="{E80BE4ED-B8ED-3047-89F1-DC2BA89A9107}" type="presParOf" srcId="{16B6B960-314D-DA4B-82AD-6E121CB4D706}" destId="{010A70A3-7BE4-5E46-86D4-D83AAB340F60}" srcOrd="2" destOrd="0" presId="urn:microsoft.com/office/officeart/2005/8/layout/orgChart1"/>
    <dgm:cxn modelId="{62BD5D04-0C0A-DB41-96F8-3398D2C5DF88}" type="presParOf" srcId="{FD2C89AA-DEEF-B148-A3EA-93D6D5D76C02}" destId="{9A9BFE9C-50A9-B946-9D4A-D14CFC9A0EF7}" srcOrd="2" destOrd="0" presId="urn:microsoft.com/office/officeart/2005/8/layout/orgChart1"/>
    <dgm:cxn modelId="{C2791D02-67E6-954A-B0A2-E0CB7B740C43}" type="presParOf" srcId="{52652C08-1E3C-C643-A533-292142E63A3E}" destId="{FAD2F149-1766-7D43-9D56-C32AF7288DDB}"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3CE3080-801C-0B4B-A4E4-60CEE72ED044}" type="doc">
      <dgm:prSet loTypeId="urn:microsoft.com/office/officeart/2005/8/layout/cycle2" loCatId="" qsTypeId="urn:microsoft.com/office/officeart/2005/8/quickstyle/3d1" qsCatId="3D" csTypeId="urn:microsoft.com/office/officeart/2005/8/colors/colorful5" csCatId="colorful" phldr="1"/>
      <dgm:spPr/>
      <dgm:t>
        <a:bodyPr/>
        <a:lstStyle/>
        <a:p>
          <a:endParaRPr lang="en-US"/>
        </a:p>
      </dgm:t>
    </dgm:pt>
    <dgm:pt modelId="{73015939-71F1-9A43-B136-6938223504E4}">
      <dgm:prSet phldrT="[Text]" custT="1"/>
      <dgm:spPr/>
      <dgm:t>
        <a:bodyPr/>
        <a:lstStyle/>
        <a:p>
          <a:r>
            <a:rPr lang="en-US" sz="1200" dirty="0"/>
            <a:t>Inorganic carbon in the lithosphere, ocean and atmosphere</a:t>
          </a:r>
        </a:p>
      </dgm:t>
    </dgm:pt>
    <dgm:pt modelId="{F0490B90-EF6B-5243-9019-CFFC7F2861F3}" type="parTrans" cxnId="{5A8A6FD4-985B-5645-BD56-EA493180FF94}">
      <dgm:prSet/>
      <dgm:spPr/>
      <dgm:t>
        <a:bodyPr/>
        <a:lstStyle/>
        <a:p>
          <a:endParaRPr lang="en-US" sz="1200"/>
        </a:p>
      </dgm:t>
    </dgm:pt>
    <dgm:pt modelId="{3807B87B-BEAB-7F4C-9557-D03FB45C8CC7}" type="sibTrans" cxnId="{5A8A6FD4-985B-5645-BD56-EA493180FF94}">
      <dgm:prSet custT="1"/>
      <dgm:spPr/>
      <dgm:t>
        <a:bodyPr/>
        <a:lstStyle/>
        <a:p>
          <a:endParaRPr lang="en-US" sz="1200"/>
        </a:p>
      </dgm:t>
    </dgm:pt>
    <dgm:pt modelId="{E70872E9-78EB-A644-AEA8-BFAE0E5F313D}">
      <dgm:prSet phldrT="[Text]" custT="1"/>
      <dgm:spPr/>
      <dgm:t>
        <a:bodyPr/>
        <a:lstStyle/>
        <a:p>
          <a:r>
            <a:rPr lang="en-US" sz="1200" dirty="0"/>
            <a:t>Fixation by chemoautotrophs and photoautotrophs</a:t>
          </a:r>
        </a:p>
      </dgm:t>
    </dgm:pt>
    <dgm:pt modelId="{79E112C9-2782-4345-AD69-E2C0BE325EB9}" type="parTrans" cxnId="{71C3A153-E82A-A64A-B7DC-3ADBF551C1E0}">
      <dgm:prSet/>
      <dgm:spPr/>
      <dgm:t>
        <a:bodyPr/>
        <a:lstStyle/>
        <a:p>
          <a:endParaRPr lang="en-US" sz="1200"/>
        </a:p>
      </dgm:t>
    </dgm:pt>
    <dgm:pt modelId="{0C1DA2C3-C929-CD49-A0BE-1371AED75E6E}" type="sibTrans" cxnId="{71C3A153-E82A-A64A-B7DC-3ADBF551C1E0}">
      <dgm:prSet custT="1"/>
      <dgm:spPr/>
      <dgm:t>
        <a:bodyPr/>
        <a:lstStyle/>
        <a:p>
          <a:endParaRPr lang="en-US" sz="1200"/>
        </a:p>
      </dgm:t>
    </dgm:pt>
    <dgm:pt modelId="{6A660DBB-0EAB-AB46-AAAB-DF50014AA6C5}">
      <dgm:prSet phldrT="[Text]" custT="1"/>
      <dgm:spPr/>
      <dgm:t>
        <a:bodyPr/>
        <a:lstStyle/>
        <a:p>
          <a:r>
            <a:rPr lang="en-US" sz="1200" dirty="0"/>
            <a:t>Organic carbon available to higher trophic levels </a:t>
          </a:r>
        </a:p>
      </dgm:t>
    </dgm:pt>
    <dgm:pt modelId="{8F7E227A-2A31-684C-8FD0-4CCF8E971883}" type="parTrans" cxnId="{5B54C92E-1B17-DE4C-BE5C-5BB838B72D04}">
      <dgm:prSet/>
      <dgm:spPr/>
      <dgm:t>
        <a:bodyPr/>
        <a:lstStyle/>
        <a:p>
          <a:endParaRPr lang="en-US" sz="1200"/>
        </a:p>
      </dgm:t>
    </dgm:pt>
    <dgm:pt modelId="{3B334D45-553C-4447-B16B-F1918800D13D}" type="sibTrans" cxnId="{5B54C92E-1B17-DE4C-BE5C-5BB838B72D04}">
      <dgm:prSet custT="1"/>
      <dgm:spPr/>
      <dgm:t>
        <a:bodyPr/>
        <a:lstStyle/>
        <a:p>
          <a:endParaRPr lang="en-US" sz="1200"/>
        </a:p>
      </dgm:t>
    </dgm:pt>
    <dgm:pt modelId="{DB291FE4-F70F-244A-84F4-1769261F3C0B}">
      <dgm:prSet phldrT="[Text]" custT="1"/>
      <dgm:spPr/>
      <dgm:t>
        <a:bodyPr/>
        <a:lstStyle/>
        <a:p>
          <a:r>
            <a:rPr lang="en-US" sz="1200" dirty="0"/>
            <a:t>Organic carbon transformed into inorganic carbon by respiration, decomposition and fossil fuel burning</a:t>
          </a:r>
        </a:p>
      </dgm:t>
    </dgm:pt>
    <dgm:pt modelId="{FF2E462C-E8D5-294D-B3A8-C8823951B632}" type="parTrans" cxnId="{745ECAC8-1F3C-F04D-A282-A6090164EAD9}">
      <dgm:prSet/>
      <dgm:spPr/>
      <dgm:t>
        <a:bodyPr/>
        <a:lstStyle/>
        <a:p>
          <a:endParaRPr lang="en-US" sz="1200"/>
        </a:p>
      </dgm:t>
    </dgm:pt>
    <dgm:pt modelId="{ABE05F1F-E3E2-344F-A3EE-972514D8C3B6}" type="sibTrans" cxnId="{745ECAC8-1F3C-F04D-A282-A6090164EAD9}">
      <dgm:prSet custT="1"/>
      <dgm:spPr/>
      <dgm:t>
        <a:bodyPr/>
        <a:lstStyle/>
        <a:p>
          <a:endParaRPr lang="en-US" sz="1200"/>
        </a:p>
      </dgm:t>
    </dgm:pt>
    <dgm:pt modelId="{029FDBC7-CBCB-BA40-B623-093211DD0561}" type="pres">
      <dgm:prSet presAssocID="{03CE3080-801C-0B4B-A4E4-60CEE72ED044}" presName="cycle" presStyleCnt="0">
        <dgm:presLayoutVars>
          <dgm:dir/>
          <dgm:resizeHandles val="exact"/>
        </dgm:presLayoutVars>
      </dgm:prSet>
      <dgm:spPr/>
    </dgm:pt>
    <dgm:pt modelId="{9D30F5FC-6BEC-7440-9675-8A25A483FA22}" type="pres">
      <dgm:prSet presAssocID="{73015939-71F1-9A43-B136-6938223504E4}" presName="node" presStyleLbl="node1" presStyleIdx="0" presStyleCnt="4">
        <dgm:presLayoutVars>
          <dgm:bulletEnabled val="1"/>
        </dgm:presLayoutVars>
      </dgm:prSet>
      <dgm:spPr/>
    </dgm:pt>
    <dgm:pt modelId="{95A09DDD-FCDF-7D4A-BDD7-94077CC7CF29}" type="pres">
      <dgm:prSet presAssocID="{3807B87B-BEAB-7F4C-9557-D03FB45C8CC7}" presName="sibTrans" presStyleLbl="sibTrans2D1" presStyleIdx="0" presStyleCnt="4"/>
      <dgm:spPr/>
    </dgm:pt>
    <dgm:pt modelId="{5B1BBA1C-5C45-6240-8E1C-85AFC2C0D107}" type="pres">
      <dgm:prSet presAssocID="{3807B87B-BEAB-7F4C-9557-D03FB45C8CC7}" presName="connectorText" presStyleLbl="sibTrans2D1" presStyleIdx="0" presStyleCnt="4"/>
      <dgm:spPr/>
    </dgm:pt>
    <dgm:pt modelId="{D778625E-0A98-6844-B87F-FC442C571990}" type="pres">
      <dgm:prSet presAssocID="{E70872E9-78EB-A644-AEA8-BFAE0E5F313D}" presName="node" presStyleLbl="node1" presStyleIdx="1" presStyleCnt="4">
        <dgm:presLayoutVars>
          <dgm:bulletEnabled val="1"/>
        </dgm:presLayoutVars>
      </dgm:prSet>
      <dgm:spPr/>
    </dgm:pt>
    <dgm:pt modelId="{6DD3389C-D49D-3549-BD87-09FDC9F83AA3}" type="pres">
      <dgm:prSet presAssocID="{0C1DA2C3-C929-CD49-A0BE-1371AED75E6E}" presName="sibTrans" presStyleLbl="sibTrans2D1" presStyleIdx="1" presStyleCnt="4"/>
      <dgm:spPr/>
    </dgm:pt>
    <dgm:pt modelId="{131E9CC4-1A13-7E49-899E-E133E9EE2F19}" type="pres">
      <dgm:prSet presAssocID="{0C1DA2C3-C929-CD49-A0BE-1371AED75E6E}" presName="connectorText" presStyleLbl="sibTrans2D1" presStyleIdx="1" presStyleCnt="4"/>
      <dgm:spPr/>
    </dgm:pt>
    <dgm:pt modelId="{A32FD4E3-F6D0-0246-964E-A47D05FA8164}" type="pres">
      <dgm:prSet presAssocID="{6A660DBB-0EAB-AB46-AAAB-DF50014AA6C5}" presName="node" presStyleLbl="node1" presStyleIdx="2" presStyleCnt="4">
        <dgm:presLayoutVars>
          <dgm:bulletEnabled val="1"/>
        </dgm:presLayoutVars>
      </dgm:prSet>
      <dgm:spPr/>
    </dgm:pt>
    <dgm:pt modelId="{5E017F74-F42C-B54B-B5FD-7487DBD385B7}" type="pres">
      <dgm:prSet presAssocID="{3B334D45-553C-4447-B16B-F1918800D13D}" presName="sibTrans" presStyleLbl="sibTrans2D1" presStyleIdx="2" presStyleCnt="4"/>
      <dgm:spPr/>
    </dgm:pt>
    <dgm:pt modelId="{4C95F5B7-9179-2A4B-BD77-680403831DD3}" type="pres">
      <dgm:prSet presAssocID="{3B334D45-553C-4447-B16B-F1918800D13D}" presName="connectorText" presStyleLbl="sibTrans2D1" presStyleIdx="2" presStyleCnt="4"/>
      <dgm:spPr/>
    </dgm:pt>
    <dgm:pt modelId="{85D32C1A-C675-8F45-9944-732EE0E7DB29}" type="pres">
      <dgm:prSet presAssocID="{DB291FE4-F70F-244A-84F4-1769261F3C0B}" presName="node" presStyleLbl="node1" presStyleIdx="3" presStyleCnt="4">
        <dgm:presLayoutVars>
          <dgm:bulletEnabled val="1"/>
        </dgm:presLayoutVars>
      </dgm:prSet>
      <dgm:spPr/>
    </dgm:pt>
    <dgm:pt modelId="{D9B25F99-6986-1244-A8F5-9C047E437436}" type="pres">
      <dgm:prSet presAssocID="{ABE05F1F-E3E2-344F-A3EE-972514D8C3B6}" presName="sibTrans" presStyleLbl="sibTrans2D1" presStyleIdx="3" presStyleCnt="4"/>
      <dgm:spPr/>
    </dgm:pt>
    <dgm:pt modelId="{811D5C60-1D1B-6943-B929-19CFB85658AC}" type="pres">
      <dgm:prSet presAssocID="{ABE05F1F-E3E2-344F-A3EE-972514D8C3B6}" presName="connectorText" presStyleLbl="sibTrans2D1" presStyleIdx="3" presStyleCnt="4"/>
      <dgm:spPr/>
    </dgm:pt>
  </dgm:ptLst>
  <dgm:cxnLst>
    <dgm:cxn modelId="{AB2E951D-0B8E-2441-ACEC-1DBACF2D4DE1}" type="presOf" srcId="{ABE05F1F-E3E2-344F-A3EE-972514D8C3B6}" destId="{D9B25F99-6986-1244-A8F5-9C047E437436}" srcOrd="0" destOrd="0" presId="urn:microsoft.com/office/officeart/2005/8/layout/cycle2"/>
    <dgm:cxn modelId="{5B54C92E-1B17-DE4C-BE5C-5BB838B72D04}" srcId="{03CE3080-801C-0B4B-A4E4-60CEE72ED044}" destId="{6A660DBB-0EAB-AB46-AAAB-DF50014AA6C5}" srcOrd="2" destOrd="0" parTransId="{8F7E227A-2A31-684C-8FD0-4CCF8E971883}" sibTransId="{3B334D45-553C-4447-B16B-F1918800D13D}"/>
    <dgm:cxn modelId="{71C3A153-E82A-A64A-B7DC-3ADBF551C1E0}" srcId="{03CE3080-801C-0B4B-A4E4-60CEE72ED044}" destId="{E70872E9-78EB-A644-AEA8-BFAE0E5F313D}" srcOrd="1" destOrd="0" parTransId="{79E112C9-2782-4345-AD69-E2C0BE325EB9}" sibTransId="{0C1DA2C3-C929-CD49-A0BE-1371AED75E6E}"/>
    <dgm:cxn modelId="{7359CE53-5A46-EF4F-83C6-F10E190150D8}" type="presOf" srcId="{3807B87B-BEAB-7F4C-9557-D03FB45C8CC7}" destId="{95A09DDD-FCDF-7D4A-BDD7-94077CC7CF29}" srcOrd="0" destOrd="0" presId="urn:microsoft.com/office/officeart/2005/8/layout/cycle2"/>
    <dgm:cxn modelId="{843CA065-B271-524E-87C8-59D9B7C4137D}" type="presOf" srcId="{0C1DA2C3-C929-CD49-A0BE-1371AED75E6E}" destId="{131E9CC4-1A13-7E49-899E-E133E9EE2F19}" srcOrd="1" destOrd="0" presId="urn:microsoft.com/office/officeart/2005/8/layout/cycle2"/>
    <dgm:cxn modelId="{0FF2FF68-9BA1-5542-AC84-C207C26A2AEF}" type="presOf" srcId="{73015939-71F1-9A43-B136-6938223504E4}" destId="{9D30F5FC-6BEC-7440-9675-8A25A483FA22}" srcOrd="0" destOrd="0" presId="urn:microsoft.com/office/officeart/2005/8/layout/cycle2"/>
    <dgm:cxn modelId="{4BC2546D-CEFF-054A-96DA-A20DC73A71F6}" type="presOf" srcId="{E70872E9-78EB-A644-AEA8-BFAE0E5F313D}" destId="{D778625E-0A98-6844-B87F-FC442C571990}" srcOrd="0" destOrd="0" presId="urn:microsoft.com/office/officeart/2005/8/layout/cycle2"/>
    <dgm:cxn modelId="{66064272-8097-FA43-9027-1D148117D723}" type="presOf" srcId="{0C1DA2C3-C929-CD49-A0BE-1371AED75E6E}" destId="{6DD3389C-D49D-3549-BD87-09FDC9F83AA3}" srcOrd="0" destOrd="0" presId="urn:microsoft.com/office/officeart/2005/8/layout/cycle2"/>
    <dgm:cxn modelId="{E5A83A8D-5B5B-A74C-A313-6F957FA8AE22}" type="presOf" srcId="{3807B87B-BEAB-7F4C-9557-D03FB45C8CC7}" destId="{5B1BBA1C-5C45-6240-8E1C-85AFC2C0D107}" srcOrd="1" destOrd="0" presId="urn:microsoft.com/office/officeart/2005/8/layout/cycle2"/>
    <dgm:cxn modelId="{B9A4C793-1E6C-284C-AC26-A9D0EBB41FB9}" type="presOf" srcId="{ABE05F1F-E3E2-344F-A3EE-972514D8C3B6}" destId="{811D5C60-1D1B-6943-B929-19CFB85658AC}" srcOrd="1" destOrd="0" presId="urn:microsoft.com/office/officeart/2005/8/layout/cycle2"/>
    <dgm:cxn modelId="{D9C3CDAF-BA5D-E643-A83B-382E95616398}" type="presOf" srcId="{6A660DBB-0EAB-AB46-AAAB-DF50014AA6C5}" destId="{A32FD4E3-F6D0-0246-964E-A47D05FA8164}" srcOrd="0" destOrd="0" presId="urn:microsoft.com/office/officeart/2005/8/layout/cycle2"/>
    <dgm:cxn modelId="{11B238B9-F4E1-B440-B2DC-E055E7DF4DCA}" type="presOf" srcId="{03CE3080-801C-0B4B-A4E4-60CEE72ED044}" destId="{029FDBC7-CBCB-BA40-B623-093211DD0561}" srcOrd="0" destOrd="0" presId="urn:microsoft.com/office/officeart/2005/8/layout/cycle2"/>
    <dgm:cxn modelId="{D5BF84C7-5631-5C40-B6E3-F3CA61E4AB14}" type="presOf" srcId="{3B334D45-553C-4447-B16B-F1918800D13D}" destId="{4C95F5B7-9179-2A4B-BD77-680403831DD3}" srcOrd="1" destOrd="0" presId="urn:microsoft.com/office/officeart/2005/8/layout/cycle2"/>
    <dgm:cxn modelId="{A56047C8-3E27-764A-AA2D-F756009D29F7}" type="presOf" srcId="{3B334D45-553C-4447-B16B-F1918800D13D}" destId="{5E017F74-F42C-B54B-B5FD-7487DBD385B7}" srcOrd="0" destOrd="0" presId="urn:microsoft.com/office/officeart/2005/8/layout/cycle2"/>
    <dgm:cxn modelId="{745ECAC8-1F3C-F04D-A282-A6090164EAD9}" srcId="{03CE3080-801C-0B4B-A4E4-60CEE72ED044}" destId="{DB291FE4-F70F-244A-84F4-1769261F3C0B}" srcOrd="3" destOrd="0" parTransId="{FF2E462C-E8D5-294D-B3A8-C8823951B632}" sibTransId="{ABE05F1F-E3E2-344F-A3EE-972514D8C3B6}"/>
    <dgm:cxn modelId="{5A8A6FD4-985B-5645-BD56-EA493180FF94}" srcId="{03CE3080-801C-0B4B-A4E4-60CEE72ED044}" destId="{73015939-71F1-9A43-B136-6938223504E4}" srcOrd="0" destOrd="0" parTransId="{F0490B90-EF6B-5243-9019-CFFC7F2861F3}" sibTransId="{3807B87B-BEAB-7F4C-9557-D03FB45C8CC7}"/>
    <dgm:cxn modelId="{3BB2ADFC-AB0C-0841-BE1D-557E5BB77376}" type="presOf" srcId="{DB291FE4-F70F-244A-84F4-1769261F3C0B}" destId="{85D32C1A-C675-8F45-9944-732EE0E7DB29}" srcOrd="0" destOrd="0" presId="urn:microsoft.com/office/officeart/2005/8/layout/cycle2"/>
    <dgm:cxn modelId="{CAD09A2D-D389-7444-8EBB-FB3F10EEE9C2}" type="presParOf" srcId="{029FDBC7-CBCB-BA40-B623-093211DD0561}" destId="{9D30F5FC-6BEC-7440-9675-8A25A483FA22}" srcOrd="0" destOrd="0" presId="urn:microsoft.com/office/officeart/2005/8/layout/cycle2"/>
    <dgm:cxn modelId="{B6FEF103-278A-A04E-9735-97D1B646C6A5}" type="presParOf" srcId="{029FDBC7-CBCB-BA40-B623-093211DD0561}" destId="{95A09DDD-FCDF-7D4A-BDD7-94077CC7CF29}" srcOrd="1" destOrd="0" presId="urn:microsoft.com/office/officeart/2005/8/layout/cycle2"/>
    <dgm:cxn modelId="{57C21AF1-3A42-9A47-B275-4F9D21B8F06A}" type="presParOf" srcId="{95A09DDD-FCDF-7D4A-BDD7-94077CC7CF29}" destId="{5B1BBA1C-5C45-6240-8E1C-85AFC2C0D107}" srcOrd="0" destOrd="0" presId="urn:microsoft.com/office/officeart/2005/8/layout/cycle2"/>
    <dgm:cxn modelId="{BD10E138-65BB-D347-BF5D-E534EE4984A4}" type="presParOf" srcId="{029FDBC7-CBCB-BA40-B623-093211DD0561}" destId="{D778625E-0A98-6844-B87F-FC442C571990}" srcOrd="2" destOrd="0" presId="urn:microsoft.com/office/officeart/2005/8/layout/cycle2"/>
    <dgm:cxn modelId="{9B5B8D42-F250-0A46-95A2-E35602ADEBD7}" type="presParOf" srcId="{029FDBC7-CBCB-BA40-B623-093211DD0561}" destId="{6DD3389C-D49D-3549-BD87-09FDC9F83AA3}" srcOrd="3" destOrd="0" presId="urn:microsoft.com/office/officeart/2005/8/layout/cycle2"/>
    <dgm:cxn modelId="{C2370538-DB1C-3B46-A8C4-0E2044081F54}" type="presParOf" srcId="{6DD3389C-D49D-3549-BD87-09FDC9F83AA3}" destId="{131E9CC4-1A13-7E49-899E-E133E9EE2F19}" srcOrd="0" destOrd="0" presId="urn:microsoft.com/office/officeart/2005/8/layout/cycle2"/>
    <dgm:cxn modelId="{96B09EFC-470B-3C4F-893D-7556CBD3CE5C}" type="presParOf" srcId="{029FDBC7-CBCB-BA40-B623-093211DD0561}" destId="{A32FD4E3-F6D0-0246-964E-A47D05FA8164}" srcOrd="4" destOrd="0" presId="urn:microsoft.com/office/officeart/2005/8/layout/cycle2"/>
    <dgm:cxn modelId="{F61DB680-579C-5940-8F49-0AE7858AA94F}" type="presParOf" srcId="{029FDBC7-CBCB-BA40-B623-093211DD0561}" destId="{5E017F74-F42C-B54B-B5FD-7487DBD385B7}" srcOrd="5" destOrd="0" presId="urn:microsoft.com/office/officeart/2005/8/layout/cycle2"/>
    <dgm:cxn modelId="{6E622F42-72E1-9B41-B8D8-14FF26654ACD}" type="presParOf" srcId="{5E017F74-F42C-B54B-B5FD-7487DBD385B7}" destId="{4C95F5B7-9179-2A4B-BD77-680403831DD3}" srcOrd="0" destOrd="0" presId="urn:microsoft.com/office/officeart/2005/8/layout/cycle2"/>
    <dgm:cxn modelId="{A6968F45-7B03-4740-9035-51DAE9DE3755}" type="presParOf" srcId="{029FDBC7-CBCB-BA40-B623-093211DD0561}" destId="{85D32C1A-C675-8F45-9944-732EE0E7DB29}" srcOrd="6" destOrd="0" presId="urn:microsoft.com/office/officeart/2005/8/layout/cycle2"/>
    <dgm:cxn modelId="{E6C6A495-D3B2-9942-A83D-BC340602426A}" type="presParOf" srcId="{029FDBC7-CBCB-BA40-B623-093211DD0561}" destId="{D9B25F99-6986-1244-A8F5-9C047E437436}" srcOrd="7" destOrd="0" presId="urn:microsoft.com/office/officeart/2005/8/layout/cycle2"/>
    <dgm:cxn modelId="{BD44E3BE-8889-5B46-A7AF-E4E141550AC1}" type="presParOf" srcId="{D9B25F99-6986-1244-A8F5-9C047E437436}" destId="{811D5C60-1D1B-6943-B929-19CFB85658AC}"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30F5FC-6BEC-7440-9675-8A25A483FA22}">
      <dsp:nvSpPr>
        <dsp:cNvPr id="0" name=""/>
        <dsp:cNvSpPr/>
      </dsp:nvSpPr>
      <dsp:spPr>
        <a:xfrm>
          <a:off x="2155277" y="371"/>
          <a:ext cx="1098768" cy="1098768"/>
        </a:xfrm>
        <a:prstGeom prst="ellips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dirty="0"/>
            <a:t>Inorganic carbon in the lithosphere, ocean and atmosphere</a:t>
          </a:r>
        </a:p>
      </dsp:txBody>
      <dsp:txXfrm>
        <a:off x="2316188" y="161282"/>
        <a:ext cx="776946" cy="776946"/>
      </dsp:txXfrm>
    </dsp:sp>
    <dsp:sp modelId="{95A09DDD-FCDF-7D4A-BDD7-94077CC7CF29}">
      <dsp:nvSpPr>
        <dsp:cNvPr id="0" name=""/>
        <dsp:cNvSpPr/>
      </dsp:nvSpPr>
      <dsp:spPr>
        <a:xfrm rot="2700000">
          <a:off x="3136207" y="942321"/>
          <a:ext cx="292874" cy="370834"/>
        </a:xfrm>
        <a:prstGeom prst="rightArrow">
          <a:avLst>
            <a:gd name="adj1" fmla="val 60000"/>
            <a:gd name="adj2" fmla="val 5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3149074" y="985424"/>
        <a:ext cx="205012" cy="222500"/>
      </dsp:txXfrm>
    </dsp:sp>
    <dsp:sp modelId="{D778625E-0A98-6844-B87F-FC442C571990}">
      <dsp:nvSpPr>
        <dsp:cNvPr id="0" name=""/>
        <dsp:cNvSpPr/>
      </dsp:nvSpPr>
      <dsp:spPr>
        <a:xfrm>
          <a:off x="3322966" y="1168060"/>
          <a:ext cx="1098768" cy="1098768"/>
        </a:xfrm>
        <a:prstGeom prst="ellipse">
          <a:avLst/>
        </a:prstGeom>
        <a:gradFill rotWithShape="0">
          <a:gsLst>
            <a:gs pos="0">
              <a:schemeClr val="accent5">
                <a:hueOff val="-2252848"/>
                <a:satOff val="-5806"/>
                <a:lumOff val="-3922"/>
                <a:alphaOff val="0"/>
                <a:satMod val="103000"/>
                <a:lumMod val="102000"/>
                <a:tint val="94000"/>
              </a:schemeClr>
            </a:gs>
            <a:gs pos="50000">
              <a:schemeClr val="accent5">
                <a:hueOff val="-2252848"/>
                <a:satOff val="-5806"/>
                <a:lumOff val="-3922"/>
                <a:alphaOff val="0"/>
                <a:satMod val="110000"/>
                <a:lumMod val="100000"/>
                <a:shade val="100000"/>
              </a:schemeClr>
            </a:gs>
            <a:gs pos="100000">
              <a:schemeClr val="accent5">
                <a:hueOff val="-2252848"/>
                <a:satOff val="-5806"/>
                <a:lumOff val="-392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dirty="0"/>
            <a:t>Fixation by chemoautotrophs and photoautotrophs</a:t>
          </a:r>
        </a:p>
      </dsp:txBody>
      <dsp:txXfrm>
        <a:off x="3483877" y="1328971"/>
        <a:ext cx="776946" cy="776946"/>
      </dsp:txXfrm>
    </dsp:sp>
    <dsp:sp modelId="{6DD3389C-D49D-3549-BD87-09FDC9F83AA3}">
      <dsp:nvSpPr>
        <dsp:cNvPr id="0" name=""/>
        <dsp:cNvSpPr/>
      </dsp:nvSpPr>
      <dsp:spPr>
        <a:xfrm rot="8100000">
          <a:off x="3147930" y="2110011"/>
          <a:ext cx="292874" cy="370834"/>
        </a:xfrm>
        <a:prstGeom prst="rightArrow">
          <a:avLst>
            <a:gd name="adj1" fmla="val 60000"/>
            <a:gd name="adj2" fmla="val 50000"/>
          </a:avLst>
        </a:prstGeom>
        <a:gradFill rotWithShape="0">
          <a:gsLst>
            <a:gs pos="0">
              <a:schemeClr val="accent5">
                <a:hueOff val="-2252848"/>
                <a:satOff val="-5806"/>
                <a:lumOff val="-3922"/>
                <a:alphaOff val="0"/>
                <a:satMod val="103000"/>
                <a:lumMod val="102000"/>
                <a:tint val="94000"/>
              </a:schemeClr>
            </a:gs>
            <a:gs pos="50000">
              <a:schemeClr val="accent5">
                <a:hueOff val="-2252848"/>
                <a:satOff val="-5806"/>
                <a:lumOff val="-3922"/>
                <a:alphaOff val="0"/>
                <a:satMod val="110000"/>
                <a:lumMod val="100000"/>
                <a:shade val="100000"/>
              </a:schemeClr>
            </a:gs>
            <a:gs pos="100000">
              <a:schemeClr val="accent5">
                <a:hueOff val="-2252848"/>
                <a:satOff val="-5806"/>
                <a:lumOff val="-3922"/>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3222925" y="2153114"/>
        <a:ext cx="205012" cy="222500"/>
      </dsp:txXfrm>
    </dsp:sp>
    <dsp:sp modelId="{A32FD4E3-F6D0-0246-964E-A47D05FA8164}">
      <dsp:nvSpPr>
        <dsp:cNvPr id="0" name=""/>
        <dsp:cNvSpPr/>
      </dsp:nvSpPr>
      <dsp:spPr>
        <a:xfrm>
          <a:off x="2155277" y="2335750"/>
          <a:ext cx="1098768" cy="1098768"/>
        </a:xfrm>
        <a:prstGeom prst="ellipse">
          <a:avLst/>
        </a:prstGeom>
        <a:gradFill rotWithShape="0">
          <a:gsLst>
            <a:gs pos="0">
              <a:schemeClr val="accent5">
                <a:hueOff val="-4505695"/>
                <a:satOff val="-11613"/>
                <a:lumOff val="-7843"/>
                <a:alphaOff val="0"/>
                <a:satMod val="103000"/>
                <a:lumMod val="102000"/>
                <a:tint val="94000"/>
              </a:schemeClr>
            </a:gs>
            <a:gs pos="50000">
              <a:schemeClr val="accent5">
                <a:hueOff val="-4505695"/>
                <a:satOff val="-11613"/>
                <a:lumOff val="-7843"/>
                <a:alphaOff val="0"/>
                <a:satMod val="110000"/>
                <a:lumMod val="100000"/>
                <a:shade val="100000"/>
              </a:schemeClr>
            </a:gs>
            <a:gs pos="100000">
              <a:schemeClr val="accent5">
                <a:hueOff val="-4505695"/>
                <a:satOff val="-11613"/>
                <a:lumOff val="-784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dirty="0"/>
            <a:t>Organic carbon available to higher trophic levels (chemoheterotrophs)</a:t>
          </a:r>
        </a:p>
      </dsp:txBody>
      <dsp:txXfrm>
        <a:off x="2316188" y="2496661"/>
        <a:ext cx="776946" cy="776946"/>
      </dsp:txXfrm>
    </dsp:sp>
    <dsp:sp modelId="{5E017F74-F42C-B54B-B5FD-7487DBD385B7}">
      <dsp:nvSpPr>
        <dsp:cNvPr id="0" name=""/>
        <dsp:cNvSpPr/>
      </dsp:nvSpPr>
      <dsp:spPr>
        <a:xfrm rot="13500000">
          <a:off x="1980240" y="2121733"/>
          <a:ext cx="292874" cy="370834"/>
        </a:xfrm>
        <a:prstGeom prst="rightArrow">
          <a:avLst>
            <a:gd name="adj1" fmla="val 60000"/>
            <a:gd name="adj2" fmla="val 50000"/>
          </a:avLst>
        </a:prstGeom>
        <a:gradFill rotWithShape="0">
          <a:gsLst>
            <a:gs pos="0">
              <a:schemeClr val="accent5">
                <a:hueOff val="-4505695"/>
                <a:satOff val="-11613"/>
                <a:lumOff val="-7843"/>
                <a:alphaOff val="0"/>
                <a:satMod val="103000"/>
                <a:lumMod val="102000"/>
                <a:tint val="94000"/>
              </a:schemeClr>
            </a:gs>
            <a:gs pos="50000">
              <a:schemeClr val="accent5">
                <a:hueOff val="-4505695"/>
                <a:satOff val="-11613"/>
                <a:lumOff val="-7843"/>
                <a:alphaOff val="0"/>
                <a:satMod val="110000"/>
                <a:lumMod val="100000"/>
                <a:shade val="100000"/>
              </a:schemeClr>
            </a:gs>
            <a:gs pos="100000">
              <a:schemeClr val="accent5">
                <a:hueOff val="-4505695"/>
                <a:satOff val="-11613"/>
                <a:lumOff val="-7843"/>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2055235" y="2226964"/>
        <a:ext cx="205012" cy="222500"/>
      </dsp:txXfrm>
    </dsp:sp>
    <dsp:sp modelId="{85D32C1A-C675-8F45-9944-732EE0E7DB29}">
      <dsp:nvSpPr>
        <dsp:cNvPr id="0" name=""/>
        <dsp:cNvSpPr/>
      </dsp:nvSpPr>
      <dsp:spPr>
        <a:xfrm>
          <a:off x="987587" y="1168060"/>
          <a:ext cx="1098768" cy="1098768"/>
        </a:xfrm>
        <a:prstGeom prst="ellipse">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dirty="0"/>
            <a:t>Organic carbon transformed into inorganic carbon by respiration, decomposition and fossil fuel burning</a:t>
          </a:r>
        </a:p>
      </dsp:txBody>
      <dsp:txXfrm>
        <a:off x="1148498" y="1328971"/>
        <a:ext cx="776946" cy="776946"/>
      </dsp:txXfrm>
    </dsp:sp>
    <dsp:sp modelId="{D9B25F99-6986-1244-A8F5-9C047E437436}">
      <dsp:nvSpPr>
        <dsp:cNvPr id="0" name=""/>
        <dsp:cNvSpPr/>
      </dsp:nvSpPr>
      <dsp:spPr>
        <a:xfrm rot="18900000">
          <a:off x="1968518" y="954044"/>
          <a:ext cx="292874" cy="370834"/>
        </a:xfrm>
        <a:prstGeom prst="rightArrow">
          <a:avLst>
            <a:gd name="adj1" fmla="val 60000"/>
            <a:gd name="adj2" fmla="val 50000"/>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1981385" y="1059275"/>
        <a:ext cx="205012" cy="2225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30F5FC-6BEC-7440-9675-8A25A483FA22}">
      <dsp:nvSpPr>
        <dsp:cNvPr id="0" name=""/>
        <dsp:cNvSpPr/>
      </dsp:nvSpPr>
      <dsp:spPr>
        <a:xfrm>
          <a:off x="2155277" y="371"/>
          <a:ext cx="1098768" cy="1098768"/>
        </a:xfrm>
        <a:prstGeom prst="ellips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Inorganic carbon in the lithosphere, ocean and atmosphere</a:t>
          </a:r>
        </a:p>
      </dsp:txBody>
      <dsp:txXfrm>
        <a:off x="2316188" y="161282"/>
        <a:ext cx="776946" cy="776946"/>
      </dsp:txXfrm>
    </dsp:sp>
    <dsp:sp modelId="{95A09DDD-FCDF-7D4A-BDD7-94077CC7CF29}">
      <dsp:nvSpPr>
        <dsp:cNvPr id="0" name=""/>
        <dsp:cNvSpPr/>
      </dsp:nvSpPr>
      <dsp:spPr>
        <a:xfrm rot="2700000">
          <a:off x="3136207" y="942321"/>
          <a:ext cx="292874" cy="370834"/>
        </a:xfrm>
        <a:prstGeom prst="rightArrow">
          <a:avLst>
            <a:gd name="adj1" fmla="val 60000"/>
            <a:gd name="adj2" fmla="val 5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3149074" y="985424"/>
        <a:ext cx="205012" cy="222500"/>
      </dsp:txXfrm>
    </dsp:sp>
    <dsp:sp modelId="{D778625E-0A98-6844-B87F-FC442C571990}">
      <dsp:nvSpPr>
        <dsp:cNvPr id="0" name=""/>
        <dsp:cNvSpPr/>
      </dsp:nvSpPr>
      <dsp:spPr>
        <a:xfrm>
          <a:off x="3322966" y="1168060"/>
          <a:ext cx="1098768" cy="1098768"/>
        </a:xfrm>
        <a:prstGeom prst="ellipse">
          <a:avLst/>
        </a:prstGeom>
        <a:gradFill rotWithShape="0">
          <a:gsLst>
            <a:gs pos="0">
              <a:schemeClr val="accent5">
                <a:hueOff val="-2252848"/>
                <a:satOff val="-5806"/>
                <a:lumOff val="-3922"/>
                <a:alphaOff val="0"/>
                <a:satMod val="103000"/>
                <a:lumMod val="102000"/>
                <a:tint val="94000"/>
              </a:schemeClr>
            </a:gs>
            <a:gs pos="50000">
              <a:schemeClr val="accent5">
                <a:hueOff val="-2252848"/>
                <a:satOff val="-5806"/>
                <a:lumOff val="-3922"/>
                <a:alphaOff val="0"/>
                <a:satMod val="110000"/>
                <a:lumMod val="100000"/>
                <a:shade val="100000"/>
              </a:schemeClr>
            </a:gs>
            <a:gs pos="100000">
              <a:schemeClr val="accent5">
                <a:hueOff val="-2252848"/>
                <a:satOff val="-5806"/>
                <a:lumOff val="-392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Rock weathering</a:t>
          </a:r>
        </a:p>
      </dsp:txBody>
      <dsp:txXfrm>
        <a:off x="3483877" y="1328971"/>
        <a:ext cx="776946" cy="776946"/>
      </dsp:txXfrm>
    </dsp:sp>
    <dsp:sp modelId="{6DD3389C-D49D-3549-BD87-09FDC9F83AA3}">
      <dsp:nvSpPr>
        <dsp:cNvPr id="0" name=""/>
        <dsp:cNvSpPr/>
      </dsp:nvSpPr>
      <dsp:spPr>
        <a:xfrm rot="8100000">
          <a:off x="3147930" y="2110011"/>
          <a:ext cx="292874" cy="370834"/>
        </a:xfrm>
        <a:prstGeom prst="rightArrow">
          <a:avLst>
            <a:gd name="adj1" fmla="val 60000"/>
            <a:gd name="adj2" fmla="val 50000"/>
          </a:avLst>
        </a:prstGeom>
        <a:gradFill rotWithShape="0">
          <a:gsLst>
            <a:gs pos="0">
              <a:schemeClr val="accent5">
                <a:hueOff val="-2252848"/>
                <a:satOff val="-5806"/>
                <a:lumOff val="-3922"/>
                <a:alphaOff val="0"/>
                <a:satMod val="103000"/>
                <a:lumMod val="102000"/>
                <a:tint val="94000"/>
              </a:schemeClr>
            </a:gs>
            <a:gs pos="50000">
              <a:schemeClr val="accent5">
                <a:hueOff val="-2252848"/>
                <a:satOff val="-5806"/>
                <a:lumOff val="-3922"/>
                <a:alphaOff val="0"/>
                <a:satMod val="110000"/>
                <a:lumMod val="100000"/>
                <a:shade val="100000"/>
              </a:schemeClr>
            </a:gs>
            <a:gs pos="100000">
              <a:schemeClr val="accent5">
                <a:hueOff val="-2252848"/>
                <a:satOff val="-5806"/>
                <a:lumOff val="-3922"/>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3222925" y="2153114"/>
        <a:ext cx="205012" cy="222500"/>
      </dsp:txXfrm>
    </dsp:sp>
    <dsp:sp modelId="{A32FD4E3-F6D0-0246-964E-A47D05FA8164}">
      <dsp:nvSpPr>
        <dsp:cNvPr id="0" name=""/>
        <dsp:cNvSpPr/>
      </dsp:nvSpPr>
      <dsp:spPr>
        <a:xfrm>
          <a:off x="2155277" y="2335750"/>
          <a:ext cx="1098768" cy="1098768"/>
        </a:xfrm>
        <a:prstGeom prst="ellipse">
          <a:avLst/>
        </a:prstGeom>
        <a:gradFill rotWithShape="0">
          <a:gsLst>
            <a:gs pos="0">
              <a:schemeClr val="accent5">
                <a:hueOff val="-4505695"/>
                <a:satOff val="-11613"/>
                <a:lumOff val="-7843"/>
                <a:alphaOff val="0"/>
                <a:satMod val="103000"/>
                <a:lumMod val="102000"/>
                <a:tint val="94000"/>
              </a:schemeClr>
            </a:gs>
            <a:gs pos="50000">
              <a:schemeClr val="accent5">
                <a:hueOff val="-4505695"/>
                <a:satOff val="-11613"/>
                <a:lumOff val="-7843"/>
                <a:alphaOff val="0"/>
                <a:satMod val="110000"/>
                <a:lumMod val="100000"/>
                <a:shade val="100000"/>
              </a:schemeClr>
            </a:gs>
            <a:gs pos="100000">
              <a:schemeClr val="accent5">
                <a:hueOff val="-4505695"/>
                <a:satOff val="-11613"/>
                <a:lumOff val="-784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Volcanic degassing</a:t>
          </a:r>
        </a:p>
      </dsp:txBody>
      <dsp:txXfrm>
        <a:off x="2316188" y="2496661"/>
        <a:ext cx="776946" cy="776946"/>
      </dsp:txXfrm>
    </dsp:sp>
    <dsp:sp modelId="{5E017F74-F42C-B54B-B5FD-7487DBD385B7}">
      <dsp:nvSpPr>
        <dsp:cNvPr id="0" name=""/>
        <dsp:cNvSpPr/>
      </dsp:nvSpPr>
      <dsp:spPr>
        <a:xfrm rot="13500000">
          <a:off x="1980240" y="2121733"/>
          <a:ext cx="292874" cy="370834"/>
        </a:xfrm>
        <a:prstGeom prst="rightArrow">
          <a:avLst>
            <a:gd name="adj1" fmla="val 60000"/>
            <a:gd name="adj2" fmla="val 50000"/>
          </a:avLst>
        </a:prstGeom>
        <a:gradFill rotWithShape="0">
          <a:gsLst>
            <a:gs pos="0">
              <a:schemeClr val="accent5">
                <a:hueOff val="-4505695"/>
                <a:satOff val="-11613"/>
                <a:lumOff val="-7843"/>
                <a:alphaOff val="0"/>
                <a:satMod val="103000"/>
                <a:lumMod val="102000"/>
                <a:tint val="94000"/>
              </a:schemeClr>
            </a:gs>
            <a:gs pos="50000">
              <a:schemeClr val="accent5">
                <a:hueOff val="-4505695"/>
                <a:satOff val="-11613"/>
                <a:lumOff val="-7843"/>
                <a:alphaOff val="0"/>
                <a:satMod val="110000"/>
                <a:lumMod val="100000"/>
                <a:shade val="100000"/>
              </a:schemeClr>
            </a:gs>
            <a:gs pos="100000">
              <a:schemeClr val="accent5">
                <a:hueOff val="-4505695"/>
                <a:satOff val="-11613"/>
                <a:lumOff val="-7843"/>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2055235" y="2226964"/>
        <a:ext cx="205012" cy="222500"/>
      </dsp:txXfrm>
    </dsp:sp>
    <dsp:sp modelId="{85D32C1A-C675-8F45-9944-732EE0E7DB29}">
      <dsp:nvSpPr>
        <dsp:cNvPr id="0" name=""/>
        <dsp:cNvSpPr/>
      </dsp:nvSpPr>
      <dsp:spPr>
        <a:xfrm>
          <a:off x="987587" y="1168060"/>
          <a:ext cx="1098768" cy="1098768"/>
        </a:xfrm>
        <a:prstGeom prst="ellipse">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Metamorphism</a:t>
          </a:r>
        </a:p>
      </dsp:txBody>
      <dsp:txXfrm>
        <a:off x="1148498" y="1328971"/>
        <a:ext cx="776946" cy="776946"/>
      </dsp:txXfrm>
    </dsp:sp>
    <dsp:sp modelId="{D9B25F99-6986-1244-A8F5-9C047E437436}">
      <dsp:nvSpPr>
        <dsp:cNvPr id="0" name=""/>
        <dsp:cNvSpPr/>
      </dsp:nvSpPr>
      <dsp:spPr>
        <a:xfrm rot="18900000">
          <a:off x="1968518" y="954044"/>
          <a:ext cx="292874" cy="370834"/>
        </a:xfrm>
        <a:prstGeom prst="rightArrow">
          <a:avLst>
            <a:gd name="adj1" fmla="val 60000"/>
            <a:gd name="adj2" fmla="val 50000"/>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1981385" y="1059275"/>
        <a:ext cx="205012" cy="2225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16C2DD-2BD4-8141-B4CF-D4CB9613424B}">
      <dsp:nvSpPr>
        <dsp:cNvPr id="0" name=""/>
        <dsp:cNvSpPr/>
      </dsp:nvSpPr>
      <dsp:spPr>
        <a:xfrm>
          <a:off x="451264" y="0"/>
          <a:ext cx="5114330" cy="2994244"/>
        </a:xfrm>
        <a:prstGeom prst="rightArrow">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D007E6-EB61-4C43-A6EF-8D16D18472F2}">
      <dsp:nvSpPr>
        <dsp:cNvPr id="0" name=""/>
        <dsp:cNvSpPr/>
      </dsp:nvSpPr>
      <dsp:spPr>
        <a:xfrm>
          <a:off x="3011" y="898273"/>
          <a:ext cx="1448394" cy="1197698"/>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Chemoautotrophs</a:t>
          </a:r>
        </a:p>
      </dsp:txBody>
      <dsp:txXfrm>
        <a:off x="61478" y="956740"/>
        <a:ext cx="1331460" cy="1080764"/>
      </dsp:txXfrm>
    </dsp:sp>
    <dsp:sp modelId="{E3278D37-F8C9-8741-966E-8EBC266827B9}">
      <dsp:nvSpPr>
        <dsp:cNvPr id="0" name=""/>
        <dsp:cNvSpPr/>
      </dsp:nvSpPr>
      <dsp:spPr>
        <a:xfrm>
          <a:off x="1523825" y="898273"/>
          <a:ext cx="1448394" cy="1197698"/>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Inorganic Carbon (CO</a:t>
          </a:r>
          <a:r>
            <a:rPr lang="en-US" sz="1300" kern="1200" baseline="-25000" dirty="0"/>
            <a:t>2)</a:t>
          </a:r>
          <a:endParaRPr lang="en-US" sz="1300" kern="1200" dirty="0"/>
        </a:p>
      </dsp:txBody>
      <dsp:txXfrm>
        <a:off x="1582292" y="956740"/>
        <a:ext cx="1331460" cy="1080764"/>
      </dsp:txXfrm>
    </dsp:sp>
    <dsp:sp modelId="{86E8E0D7-CAC5-AB46-ADCF-BDB49B52B899}">
      <dsp:nvSpPr>
        <dsp:cNvPr id="0" name=""/>
        <dsp:cNvSpPr/>
      </dsp:nvSpPr>
      <dsp:spPr>
        <a:xfrm>
          <a:off x="3044639" y="898273"/>
          <a:ext cx="1448394" cy="1197698"/>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Chemical Energy</a:t>
          </a:r>
        </a:p>
      </dsp:txBody>
      <dsp:txXfrm>
        <a:off x="3103106" y="956740"/>
        <a:ext cx="1331460" cy="1080764"/>
      </dsp:txXfrm>
    </dsp:sp>
    <dsp:sp modelId="{9977461D-1BB4-7947-ACD8-28F114AFE491}">
      <dsp:nvSpPr>
        <dsp:cNvPr id="0" name=""/>
        <dsp:cNvSpPr/>
      </dsp:nvSpPr>
      <dsp:spPr>
        <a:xfrm>
          <a:off x="4565453" y="898273"/>
          <a:ext cx="1448394" cy="1197698"/>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Carbon Fixation</a:t>
          </a:r>
        </a:p>
      </dsp:txBody>
      <dsp:txXfrm>
        <a:off x="4623920" y="956740"/>
        <a:ext cx="1331460" cy="108076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16C2DD-2BD4-8141-B4CF-D4CB9613424B}">
      <dsp:nvSpPr>
        <dsp:cNvPr id="0" name=""/>
        <dsp:cNvSpPr/>
      </dsp:nvSpPr>
      <dsp:spPr>
        <a:xfrm>
          <a:off x="456833" y="0"/>
          <a:ext cx="5177445" cy="2953271"/>
        </a:xfrm>
        <a:prstGeom prst="rightArrow">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D007E6-EB61-4C43-A6EF-8D16D18472F2}">
      <dsp:nvSpPr>
        <dsp:cNvPr id="0" name=""/>
        <dsp:cNvSpPr/>
      </dsp:nvSpPr>
      <dsp:spPr>
        <a:xfrm>
          <a:off x="3048" y="885981"/>
          <a:ext cx="1466268" cy="1181308"/>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Photoautotrophs</a:t>
          </a:r>
        </a:p>
      </dsp:txBody>
      <dsp:txXfrm>
        <a:off x="60715" y="943648"/>
        <a:ext cx="1350934" cy="1065974"/>
      </dsp:txXfrm>
    </dsp:sp>
    <dsp:sp modelId="{E3278D37-F8C9-8741-966E-8EBC266827B9}">
      <dsp:nvSpPr>
        <dsp:cNvPr id="0" name=""/>
        <dsp:cNvSpPr/>
      </dsp:nvSpPr>
      <dsp:spPr>
        <a:xfrm>
          <a:off x="1542630" y="885981"/>
          <a:ext cx="1466268" cy="1181308"/>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Inorganic Carbon (CO</a:t>
          </a:r>
          <a:r>
            <a:rPr lang="en-US" sz="1400" kern="1200" baseline="-25000" dirty="0"/>
            <a:t>2)</a:t>
          </a:r>
          <a:endParaRPr lang="en-US" sz="1400" kern="1200" dirty="0"/>
        </a:p>
      </dsp:txBody>
      <dsp:txXfrm>
        <a:off x="1600297" y="943648"/>
        <a:ext cx="1350934" cy="1065974"/>
      </dsp:txXfrm>
    </dsp:sp>
    <dsp:sp modelId="{86E8E0D7-CAC5-AB46-ADCF-BDB49B52B899}">
      <dsp:nvSpPr>
        <dsp:cNvPr id="0" name=""/>
        <dsp:cNvSpPr/>
      </dsp:nvSpPr>
      <dsp:spPr>
        <a:xfrm>
          <a:off x="3082212" y="885981"/>
          <a:ext cx="1466268" cy="1181308"/>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Light Energy</a:t>
          </a:r>
        </a:p>
      </dsp:txBody>
      <dsp:txXfrm>
        <a:off x="3139879" y="943648"/>
        <a:ext cx="1350934" cy="1065974"/>
      </dsp:txXfrm>
    </dsp:sp>
    <dsp:sp modelId="{9977461D-1BB4-7947-ACD8-28F114AFE491}">
      <dsp:nvSpPr>
        <dsp:cNvPr id="0" name=""/>
        <dsp:cNvSpPr/>
      </dsp:nvSpPr>
      <dsp:spPr>
        <a:xfrm>
          <a:off x="4621794" y="885981"/>
          <a:ext cx="1466268" cy="1181308"/>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Carbon Fixation</a:t>
          </a:r>
        </a:p>
      </dsp:txBody>
      <dsp:txXfrm>
        <a:off x="4679461" y="943648"/>
        <a:ext cx="1350934" cy="106597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C95581-10E7-E04A-BE76-EB7B756835C4}">
      <dsp:nvSpPr>
        <dsp:cNvPr id="0" name=""/>
        <dsp:cNvSpPr/>
      </dsp:nvSpPr>
      <dsp:spPr>
        <a:xfrm>
          <a:off x="7872999" y="3482302"/>
          <a:ext cx="100022" cy="1142238"/>
        </a:xfrm>
        <a:custGeom>
          <a:avLst/>
          <a:gdLst/>
          <a:ahLst/>
          <a:cxnLst/>
          <a:rect l="0" t="0" r="0" b="0"/>
          <a:pathLst>
            <a:path>
              <a:moveTo>
                <a:pt x="0" y="0"/>
              </a:moveTo>
              <a:lnTo>
                <a:pt x="0" y="1142238"/>
              </a:lnTo>
              <a:lnTo>
                <a:pt x="100022" y="1142238"/>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D5244B91-B595-6843-BF3A-124DB5436E20}">
      <dsp:nvSpPr>
        <dsp:cNvPr id="0" name=""/>
        <dsp:cNvSpPr/>
      </dsp:nvSpPr>
      <dsp:spPr>
        <a:xfrm>
          <a:off x="7872999" y="3482302"/>
          <a:ext cx="100022" cy="420821"/>
        </a:xfrm>
        <a:custGeom>
          <a:avLst/>
          <a:gdLst/>
          <a:ahLst/>
          <a:cxnLst/>
          <a:rect l="0" t="0" r="0" b="0"/>
          <a:pathLst>
            <a:path>
              <a:moveTo>
                <a:pt x="0" y="0"/>
              </a:moveTo>
              <a:lnTo>
                <a:pt x="0" y="420821"/>
              </a:lnTo>
              <a:lnTo>
                <a:pt x="100022" y="420821"/>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107105A4-83F5-184D-85CE-7DD08E12A0D5}">
      <dsp:nvSpPr>
        <dsp:cNvPr id="0" name=""/>
        <dsp:cNvSpPr/>
      </dsp:nvSpPr>
      <dsp:spPr>
        <a:xfrm>
          <a:off x="8094007" y="3008860"/>
          <a:ext cx="91440" cy="140032"/>
        </a:xfrm>
        <a:custGeom>
          <a:avLst/>
          <a:gdLst/>
          <a:ahLst/>
          <a:cxnLst/>
          <a:rect l="0" t="0" r="0" b="0"/>
          <a:pathLst>
            <a:path>
              <a:moveTo>
                <a:pt x="45720" y="0"/>
              </a:moveTo>
              <a:lnTo>
                <a:pt x="4572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1019AFF4-D8C8-CE45-BA36-9F2C41E4F8E7}">
      <dsp:nvSpPr>
        <dsp:cNvPr id="0" name=""/>
        <dsp:cNvSpPr/>
      </dsp:nvSpPr>
      <dsp:spPr>
        <a:xfrm>
          <a:off x="8094007" y="2535418"/>
          <a:ext cx="91440" cy="140032"/>
        </a:xfrm>
        <a:custGeom>
          <a:avLst/>
          <a:gdLst/>
          <a:ahLst/>
          <a:cxnLst/>
          <a:rect l="0" t="0" r="0" b="0"/>
          <a:pathLst>
            <a:path>
              <a:moveTo>
                <a:pt x="45720" y="0"/>
              </a:moveTo>
              <a:lnTo>
                <a:pt x="4572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1AF8D188-820C-DF45-BAED-301DB32A9913}">
      <dsp:nvSpPr>
        <dsp:cNvPr id="0" name=""/>
        <dsp:cNvSpPr/>
      </dsp:nvSpPr>
      <dsp:spPr>
        <a:xfrm>
          <a:off x="7489875" y="2061976"/>
          <a:ext cx="649851" cy="140032"/>
        </a:xfrm>
        <a:custGeom>
          <a:avLst/>
          <a:gdLst/>
          <a:ahLst/>
          <a:cxnLst/>
          <a:rect l="0" t="0" r="0" b="0"/>
          <a:pathLst>
            <a:path>
              <a:moveTo>
                <a:pt x="0" y="0"/>
              </a:moveTo>
              <a:lnTo>
                <a:pt x="0" y="70016"/>
              </a:lnTo>
              <a:lnTo>
                <a:pt x="649851" y="70016"/>
              </a:lnTo>
              <a:lnTo>
                <a:pt x="649851"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E5FF68D6-D361-BB45-9C94-417F6555FE12}">
      <dsp:nvSpPr>
        <dsp:cNvPr id="0" name=""/>
        <dsp:cNvSpPr/>
      </dsp:nvSpPr>
      <dsp:spPr>
        <a:xfrm>
          <a:off x="6517824" y="3008860"/>
          <a:ext cx="120824" cy="362319"/>
        </a:xfrm>
        <a:custGeom>
          <a:avLst/>
          <a:gdLst/>
          <a:ahLst/>
          <a:cxnLst/>
          <a:rect l="0" t="0" r="0" b="0"/>
          <a:pathLst>
            <a:path>
              <a:moveTo>
                <a:pt x="0" y="0"/>
              </a:moveTo>
              <a:lnTo>
                <a:pt x="0" y="362319"/>
              </a:lnTo>
              <a:lnTo>
                <a:pt x="120824" y="362319"/>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46B63B86-DFF5-994C-AA45-21E019DDB9A3}">
      <dsp:nvSpPr>
        <dsp:cNvPr id="0" name=""/>
        <dsp:cNvSpPr/>
      </dsp:nvSpPr>
      <dsp:spPr>
        <a:xfrm>
          <a:off x="6794304" y="2535418"/>
          <a:ext cx="91440" cy="140032"/>
        </a:xfrm>
        <a:custGeom>
          <a:avLst/>
          <a:gdLst/>
          <a:ahLst/>
          <a:cxnLst/>
          <a:rect l="0" t="0" r="0" b="0"/>
          <a:pathLst>
            <a:path>
              <a:moveTo>
                <a:pt x="45720" y="0"/>
              </a:moveTo>
              <a:lnTo>
                <a:pt x="4572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FACDF4A6-593E-EB41-ABD4-65D70C55C1A4}">
      <dsp:nvSpPr>
        <dsp:cNvPr id="0" name=""/>
        <dsp:cNvSpPr/>
      </dsp:nvSpPr>
      <dsp:spPr>
        <a:xfrm>
          <a:off x="6840024" y="2061976"/>
          <a:ext cx="649851" cy="140032"/>
        </a:xfrm>
        <a:custGeom>
          <a:avLst/>
          <a:gdLst/>
          <a:ahLst/>
          <a:cxnLst/>
          <a:rect l="0" t="0" r="0" b="0"/>
          <a:pathLst>
            <a:path>
              <a:moveTo>
                <a:pt x="649851" y="0"/>
              </a:moveTo>
              <a:lnTo>
                <a:pt x="649851" y="70016"/>
              </a:lnTo>
              <a:lnTo>
                <a:pt x="0" y="70016"/>
              </a:lnTo>
              <a:lnTo>
                <a:pt x="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64DB311A-4A1F-3A47-8952-B8E944014770}">
      <dsp:nvSpPr>
        <dsp:cNvPr id="0" name=""/>
        <dsp:cNvSpPr/>
      </dsp:nvSpPr>
      <dsp:spPr>
        <a:xfrm>
          <a:off x="7444155" y="1588534"/>
          <a:ext cx="91440" cy="140032"/>
        </a:xfrm>
        <a:custGeom>
          <a:avLst/>
          <a:gdLst/>
          <a:ahLst/>
          <a:cxnLst/>
          <a:rect l="0" t="0" r="0" b="0"/>
          <a:pathLst>
            <a:path>
              <a:moveTo>
                <a:pt x="45720" y="0"/>
              </a:moveTo>
              <a:lnTo>
                <a:pt x="4572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6F7C17BA-274C-B847-A4FE-6D37E1E977EC}">
      <dsp:nvSpPr>
        <dsp:cNvPr id="0" name=""/>
        <dsp:cNvSpPr/>
      </dsp:nvSpPr>
      <dsp:spPr>
        <a:xfrm>
          <a:off x="7444155" y="1115091"/>
          <a:ext cx="91440" cy="140032"/>
        </a:xfrm>
        <a:custGeom>
          <a:avLst/>
          <a:gdLst/>
          <a:ahLst/>
          <a:cxnLst/>
          <a:rect l="0" t="0" r="0" b="0"/>
          <a:pathLst>
            <a:path>
              <a:moveTo>
                <a:pt x="45720" y="0"/>
              </a:moveTo>
              <a:lnTo>
                <a:pt x="45720" y="140032"/>
              </a:lnTo>
            </a:path>
          </a:pathLst>
        </a:custGeom>
        <a:noFill/>
        <a:ln w="12700" cap="flat" cmpd="sng" algn="ctr">
          <a:solidFill>
            <a:schemeClr val="accent6">
              <a:tint val="7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0BE49338-4E31-7841-A977-2966EB3FE35D}">
      <dsp:nvSpPr>
        <dsp:cNvPr id="0" name=""/>
        <dsp:cNvSpPr/>
      </dsp:nvSpPr>
      <dsp:spPr>
        <a:xfrm>
          <a:off x="5331617" y="620938"/>
          <a:ext cx="2158258" cy="160743"/>
        </a:xfrm>
        <a:custGeom>
          <a:avLst/>
          <a:gdLst/>
          <a:ahLst/>
          <a:cxnLst/>
          <a:rect l="0" t="0" r="0" b="0"/>
          <a:pathLst>
            <a:path>
              <a:moveTo>
                <a:pt x="0" y="0"/>
              </a:moveTo>
              <a:lnTo>
                <a:pt x="0" y="90727"/>
              </a:lnTo>
              <a:lnTo>
                <a:pt x="2158258" y="90727"/>
              </a:lnTo>
              <a:lnTo>
                <a:pt x="2158258" y="160743"/>
              </a:lnTo>
            </a:path>
          </a:pathLst>
        </a:custGeom>
        <a:noFill/>
        <a:ln w="12700" cap="flat" cmpd="sng" algn="ctr">
          <a:solidFill>
            <a:schemeClr val="accent6">
              <a:tint val="90000"/>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0A9BB3C7-4C67-1949-B4BE-EA2602A580B8}">
      <dsp:nvSpPr>
        <dsp:cNvPr id="0" name=""/>
        <dsp:cNvSpPr/>
      </dsp:nvSpPr>
      <dsp:spPr>
        <a:xfrm>
          <a:off x="3296445" y="2912984"/>
          <a:ext cx="315108" cy="524120"/>
        </a:xfrm>
        <a:custGeom>
          <a:avLst/>
          <a:gdLst/>
          <a:ahLst/>
          <a:cxnLst/>
          <a:rect l="0" t="0" r="0" b="0"/>
          <a:pathLst>
            <a:path>
              <a:moveTo>
                <a:pt x="0" y="0"/>
              </a:moveTo>
              <a:lnTo>
                <a:pt x="0" y="524120"/>
              </a:lnTo>
              <a:lnTo>
                <a:pt x="315108" y="524120"/>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B107A14B-4BDC-424C-B93A-32A74608922E}">
      <dsp:nvSpPr>
        <dsp:cNvPr id="0" name=""/>
        <dsp:cNvSpPr/>
      </dsp:nvSpPr>
      <dsp:spPr>
        <a:xfrm>
          <a:off x="3606495" y="2439542"/>
          <a:ext cx="91440" cy="140032"/>
        </a:xfrm>
        <a:custGeom>
          <a:avLst/>
          <a:gdLst/>
          <a:ahLst/>
          <a:cxnLst/>
          <a:rect l="0" t="0" r="0" b="0"/>
          <a:pathLst>
            <a:path>
              <a:moveTo>
                <a:pt x="45720" y="0"/>
              </a:moveTo>
              <a:lnTo>
                <a:pt x="4572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FD0D9FDB-ABBC-BC4E-85F2-0C047BABA496}">
      <dsp:nvSpPr>
        <dsp:cNvPr id="0" name=""/>
        <dsp:cNvSpPr/>
      </dsp:nvSpPr>
      <dsp:spPr>
        <a:xfrm>
          <a:off x="2960070" y="1966100"/>
          <a:ext cx="692144" cy="140032"/>
        </a:xfrm>
        <a:custGeom>
          <a:avLst/>
          <a:gdLst/>
          <a:ahLst/>
          <a:cxnLst/>
          <a:rect l="0" t="0" r="0" b="0"/>
          <a:pathLst>
            <a:path>
              <a:moveTo>
                <a:pt x="0" y="0"/>
              </a:moveTo>
              <a:lnTo>
                <a:pt x="0" y="70016"/>
              </a:lnTo>
              <a:lnTo>
                <a:pt x="692144" y="70016"/>
              </a:lnTo>
              <a:lnTo>
                <a:pt x="692144"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CD8A1912-062E-A946-932A-D82D02491C1E}">
      <dsp:nvSpPr>
        <dsp:cNvPr id="0" name=""/>
        <dsp:cNvSpPr/>
      </dsp:nvSpPr>
      <dsp:spPr>
        <a:xfrm>
          <a:off x="3093115" y="4333310"/>
          <a:ext cx="100022" cy="306737"/>
        </a:xfrm>
        <a:custGeom>
          <a:avLst/>
          <a:gdLst/>
          <a:ahLst/>
          <a:cxnLst/>
          <a:rect l="0" t="0" r="0" b="0"/>
          <a:pathLst>
            <a:path>
              <a:moveTo>
                <a:pt x="0" y="0"/>
              </a:moveTo>
              <a:lnTo>
                <a:pt x="0" y="306737"/>
              </a:lnTo>
              <a:lnTo>
                <a:pt x="100022" y="306737"/>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493E069C-5C5C-1945-8421-924BCF5BF993}">
      <dsp:nvSpPr>
        <dsp:cNvPr id="0" name=""/>
        <dsp:cNvSpPr/>
      </dsp:nvSpPr>
      <dsp:spPr>
        <a:xfrm>
          <a:off x="2956417" y="3859868"/>
          <a:ext cx="403425" cy="140032"/>
        </a:xfrm>
        <a:custGeom>
          <a:avLst/>
          <a:gdLst/>
          <a:ahLst/>
          <a:cxnLst/>
          <a:rect l="0" t="0" r="0" b="0"/>
          <a:pathLst>
            <a:path>
              <a:moveTo>
                <a:pt x="0" y="0"/>
              </a:moveTo>
              <a:lnTo>
                <a:pt x="0" y="70016"/>
              </a:lnTo>
              <a:lnTo>
                <a:pt x="403425" y="70016"/>
              </a:lnTo>
              <a:lnTo>
                <a:pt x="403425"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686EFB0C-4C15-8349-AEFB-C8A15361CCB0}">
      <dsp:nvSpPr>
        <dsp:cNvPr id="0" name=""/>
        <dsp:cNvSpPr/>
      </dsp:nvSpPr>
      <dsp:spPr>
        <a:xfrm>
          <a:off x="2286263" y="4333310"/>
          <a:ext cx="100022" cy="306737"/>
        </a:xfrm>
        <a:custGeom>
          <a:avLst/>
          <a:gdLst/>
          <a:ahLst/>
          <a:cxnLst/>
          <a:rect l="0" t="0" r="0" b="0"/>
          <a:pathLst>
            <a:path>
              <a:moveTo>
                <a:pt x="0" y="0"/>
              </a:moveTo>
              <a:lnTo>
                <a:pt x="0" y="306737"/>
              </a:lnTo>
              <a:lnTo>
                <a:pt x="100022" y="306737"/>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003E4100-2566-C543-8695-F70ED0C8B034}">
      <dsp:nvSpPr>
        <dsp:cNvPr id="0" name=""/>
        <dsp:cNvSpPr/>
      </dsp:nvSpPr>
      <dsp:spPr>
        <a:xfrm>
          <a:off x="2552991" y="3859868"/>
          <a:ext cx="403425" cy="140032"/>
        </a:xfrm>
        <a:custGeom>
          <a:avLst/>
          <a:gdLst/>
          <a:ahLst/>
          <a:cxnLst/>
          <a:rect l="0" t="0" r="0" b="0"/>
          <a:pathLst>
            <a:path>
              <a:moveTo>
                <a:pt x="403425" y="0"/>
              </a:moveTo>
              <a:lnTo>
                <a:pt x="403425" y="70016"/>
              </a:lnTo>
              <a:lnTo>
                <a:pt x="0" y="70016"/>
              </a:lnTo>
              <a:lnTo>
                <a:pt x="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508EF1F2-E20C-A346-AF68-DEA11D1950D7}">
      <dsp:nvSpPr>
        <dsp:cNvPr id="0" name=""/>
        <dsp:cNvSpPr/>
      </dsp:nvSpPr>
      <dsp:spPr>
        <a:xfrm>
          <a:off x="2710307" y="3373613"/>
          <a:ext cx="246109" cy="152845"/>
        </a:xfrm>
        <a:custGeom>
          <a:avLst/>
          <a:gdLst/>
          <a:ahLst/>
          <a:cxnLst/>
          <a:rect l="0" t="0" r="0" b="0"/>
          <a:pathLst>
            <a:path>
              <a:moveTo>
                <a:pt x="0" y="0"/>
              </a:moveTo>
              <a:lnTo>
                <a:pt x="0" y="82829"/>
              </a:lnTo>
              <a:lnTo>
                <a:pt x="246109" y="82829"/>
              </a:lnTo>
              <a:lnTo>
                <a:pt x="246109" y="152845"/>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DE946943-C1D1-2342-855F-B68AB6521502}">
      <dsp:nvSpPr>
        <dsp:cNvPr id="0" name=""/>
        <dsp:cNvSpPr/>
      </dsp:nvSpPr>
      <dsp:spPr>
        <a:xfrm>
          <a:off x="1312706" y="3859868"/>
          <a:ext cx="100022" cy="306737"/>
        </a:xfrm>
        <a:custGeom>
          <a:avLst/>
          <a:gdLst/>
          <a:ahLst/>
          <a:cxnLst/>
          <a:rect l="0" t="0" r="0" b="0"/>
          <a:pathLst>
            <a:path>
              <a:moveTo>
                <a:pt x="0" y="0"/>
              </a:moveTo>
              <a:lnTo>
                <a:pt x="0" y="306737"/>
              </a:lnTo>
              <a:lnTo>
                <a:pt x="100022" y="306737"/>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F275A898-D448-9F44-A779-86D1C9635402}">
      <dsp:nvSpPr>
        <dsp:cNvPr id="0" name=""/>
        <dsp:cNvSpPr/>
      </dsp:nvSpPr>
      <dsp:spPr>
        <a:xfrm>
          <a:off x="1579434" y="3373613"/>
          <a:ext cx="1130872" cy="152845"/>
        </a:xfrm>
        <a:custGeom>
          <a:avLst/>
          <a:gdLst/>
          <a:ahLst/>
          <a:cxnLst/>
          <a:rect l="0" t="0" r="0" b="0"/>
          <a:pathLst>
            <a:path>
              <a:moveTo>
                <a:pt x="1130872" y="0"/>
              </a:moveTo>
              <a:lnTo>
                <a:pt x="1130872" y="82829"/>
              </a:lnTo>
              <a:lnTo>
                <a:pt x="0" y="82829"/>
              </a:lnTo>
              <a:lnTo>
                <a:pt x="0" y="152845"/>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91F0C1BD-D8D7-024B-A8D6-8FEAE33632DB}">
      <dsp:nvSpPr>
        <dsp:cNvPr id="0" name=""/>
        <dsp:cNvSpPr/>
      </dsp:nvSpPr>
      <dsp:spPr>
        <a:xfrm>
          <a:off x="2267926" y="2912984"/>
          <a:ext cx="442381" cy="127219"/>
        </a:xfrm>
        <a:custGeom>
          <a:avLst/>
          <a:gdLst/>
          <a:ahLst/>
          <a:cxnLst/>
          <a:rect l="0" t="0" r="0" b="0"/>
          <a:pathLst>
            <a:path>
              <a:moveTo>
                <a:pt x="0" y="0"/>
              </a:moveTo>
              <a:lnTo>
                <a:pt x="0" y="57203"/>
              </a:lnTo>
              <a:lnTo>
                <a:pt x="442381" y="57203"/>
              </a:lnTo>
              <a:lnTo>
                <a:pt x="442381" y="127219"/>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E4E90E3E-2731-F042-9D37-DB9F9BCE6BC5}">
      <dsp:nvSpPr>
        <dsp:cNvPr id="0" name=""/>
        <dsp:cNvSpPr/>
      </dsp:nvSpPr>
      <dsp:spPr>
        <a:xfrm>
          <a:off x="2222206" y="2439542"/>
          <a:ext cx="91440" cy="140032"/>
        </a:xfrm>
        <a:custGeom>
          <a:avLst/>
          <a:gdLst/>
          <a:ahLst/>
          <a:cxnLst/>
          <a:rect l="0" t="0" r="0" b="0"/>
          <a:pathLst>
            <a:path>
              <a:moveTo>
                <a:pt x="45720" y="0"/>
              </a:moveTo>
              <a:lnTo>
                <a:pt x="4572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DF784482-89F8-6641-8A6B-C155D68403A1}">
      <dsp:nvSpPr>
        <dsp:cNvPr id="0" name=""/>
        <dsp:cNvSpPr/>
      </dsp:nvSpPr>
      <dsp:spPr>
        <a:xfrm>
          <a:off x="2267926" y="1966100"/>
          <a:ext cx="692144" cy="140032"/>
        </a:xfrm>
        <a:custGeom>
          <a:avLst/>
          <a:gdLst/>
          <a:ahLst/>
          <a:cxnLst/>
          <a:rect l="0" t="0" r="0" b="0"/>
          <a:pathLst>
            <a:path>
              <a:moveTo>
                <a:pt x="692144" y="0"/>
              </a:moveTo>
              <a:lnTo>
                <a:pt x="692144" y="70016"/>
              </a:lnTo>
              <a:lnTo>
                <a:pt x="0" y="70016"/>
              </a:lnTo>
              <a:lnTo>
                <a:pt x="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A61A9CE2-B153-4F4E-B872-B31591E7B50E}">
      <dsp:nvSpPr>
        <dsp:cNvPr id="0" name=""/>
        <dsp:cNvSpPr/>
      </dsp:nvSpPr>
      <dsp:spPr>
        <a:xfrm>
          <a:off x="2914350" y="1492658"/>
          <a:ext cx="91440" cy="140032"/>
        </a:xfrm>
        <a:custGeom>
          <a:avLst/>
          <a:gdLst/>
          <a:ahLst/>
          <a:cxnLst/>
          <a:rect l="0" t="0" r="0" b="0"/>
          <a:pathLst>
            <a:path>
              <a:moveTo>
                <a:pt x="45720" y="0"/>
              </a:moveTo>
              <a:lnTo>
                <a:pt x="4572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0FAF39CB-AD0F-D046-9395-FF46CF8F863D}">
      <dsp:nvSpPr>
        <dsp:cNvPr id="0" name=""/>
        <dsp:cNvSpPr/>
      </dsp:nvSpPr>
      <dsp:spPr>
        <a:xfrm>
          <a:off x="2914350" y="1115091"/>
          <a:ext cx="91440" cy="140032"/>
        </a:xfrm>
        <a:custGeom>
          <a:avLst/>
          <a:gdLst/>
          <a:ahLst/>
          <a:cxnLst/>
          <a:rect l="0" t="0" r="0" b="0"/>
          <a:pathLst>
            <a:path>
              <a:moveTo>
                <a:pt x="45720" y="0"/>
              </a:moveTo>
              <a:lnTo>
                <a:pt x="45720" y="140032"/>
              </a:lnTo>
            </a:path>
          </a:pathLst>
        </a:custGeom>
        <a:noFill/>
        <a:ln w="12700" cap="flat" cmpd="sng" algn="ctr">
          <a:solidFill>
            <a:schemeClr val="accent6">
              <a:tint val="7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4A3A5AE0-9BD4-8145-8EC7-FBB33CD8F717}">
      <dsp:nvSpPr>
        <dsp:cNvPr id="0" name=""/>
        <dsp:cNvSpPr/>
      </dsp:nvSpPr>
      <dsp:spPr>
        <a:xfrm>
          <a:off x="2960070" y="620938"/>
          <a:ext cx="2371546" cy="160743"/>
        </a:xfrm>
        <a:custGeom>
          <a:avLst/>
          <a:gdLst/>
          <a:ahLst/>
          <a:cxnLst/>
          <a:rect l="0" t="0" r="0" b="0"/>
          <a:pathLst>
            <a:path>
              <a:moveTo>
                <a:pt x="2371546" y="0"/>
              </a:moveTo>
              <a:lnTo>
                <a:pt x="2371546" y="90727"/>
              </a:lnTo>
              <a:lnTo>
                <a:pt x="0" y="90727"/>
              </a:lnTo>
              <a:lnTo>
                <a:pt x="0" y="160743"/>
              </a:lnTo>
            </a:path>
          </a:pathLst>
        </a:custGeom>
        <a:noFill/>
        <a:ln w="12700" cap="flat" cmpd="sng" algn="ctr">
          <a:solidFill>
            <a:schemeClr val="accent6">
              <a:tint val="90000"/>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EB98ADEA-669B-6C46-9860-C87692DDD31F}">
      <dsp:nvSpPr>
        <dsp:cNvPr id="0" name=""/>
        <dsp:cNvSpPr/>
      </dsp:nvSpPr>
      <dsp:spPr>
        <a:xfrm>
          <a:off x="4817859" y="2563"/>
          <a:ext cx="1027515" cy="618375"/>
        </a:xfrm>
        <a:prstGeom prst="rect">
          <a:avLst/>
        </a:prstGeom>
        <a:solidFill>
          <a:srgbClr val="00B0F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Energy Source</a:t>
          </a:r>
        </a:p>
      </dsp:txBody>
      <dsp:txXfrm>
        <a:off x="4817859" y="2563"/>
        <a:ext cx="1027515" cy="618375"/>
      </dsp:txXfrm>
    </dsp:sp>
    <dsp:sp modelId="{30051186-F022-804C-843B-F6C252C109EB}">
      <dsp:nvSpPr>
        <dsp:cNvPr id="0" name=""/>
        <dsp:cNvSpPr/>
      </dsp:nvSpPr>
      <dsp:spPr>
        <a:xfrm>
          <a:off x="2626660" y="781682"/>
          <a:ext cx="666819" cy="333409"/>
        </a:xfrm>
        <a:prstGeom prst="rect">
          <a:avLst/>
        </a:prstGeom>
        <a:solidFill>
          <a:srgbClr val="00B0F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Chemical</a:t>
          </a:r>
        </a:p>
      </dsp:txBody>
      <dsp:txXfrm>
        <a:off x="2626660" y="781682"/>
        <a:ext cx="666819" cy="333409"/>
      </dsp:txXfrm>
    </dsp:sp>
    <dsp:sp modelId="{2CF0B46E-944B-814C-9E01-FA1C88E6127C}">
      <dsp:nvSpPr>
        <dsp:cNvPr id="0" name=""/>
        <dsp:cNvSpPr/>
      </dsp:nvSpPr>
      <dsp:spPr>
        <a:xfrm>
          <a:off x="2400252" y="1255124"/>
          <a:ext cx="1119637" cy="237534"/>
        </a:xfrm>
        <a:prstGeom prst="rect">
          <a:avLst/>
        </a:prstGeom>
        <a:solidFill>
          <a:srgbClr val="00B0F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66725">
            <a:lnSpc>
              <a:spcPct val="90000"/>
            </a:lnSpc>
            <a:spcBef>
              <a:spcPct val="0"/>
            </a:spcBef>
            <a:spcAft>
              <a:spcPct val="35000"/>
            </a:spcAft>
            <a:buNone/>
          </a:pPr>
          <a:r>
            <a:rPr lang="en-US" sz="1050" kern="1200" dirty="0"/>
            <a:t>Chemotrophs</a:t>
          </a:r>
        </a:p>
      </dsp:txBody>
      <dsp:txXfrm>
        <a:off x="2400252" y="1255124"/>
        <a:ext cx="1119637" cy="237534"/>
      </dsp:txXfrm>
    </dsp:sp>
    <dsp:sp modelId="{BB37A471-E8BC-5B4E-AB90-900620D8C92C}">
      <dsp:nvSpPr>
        <dsp:cNvPr id="0" name=""/>
        <dsp:cNvSpPr/>
      </dsp:nvSpPr>
      <dsp:spPr>
        <a:xfrm>
          <a:off x="2626660" y="1632690"/>
          <a:ext cx="666819" cy="333409"/>
        </a:xfrm>
        <a:prstGeom prst="rect">
          <a:avLst/>
        </a:prstGeom>
        <a:solidFill>
          <a:srgbClr val="00B0F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Carbon Source</a:t>
          </a:r>
        </a:p>
      </dsp:txBody>
      <dsp:txXfrm>
        <a:off x="2626660" y="1632690"/>
        <a:ext cx="666819" cy="333409"/>
      </dsp:txXfrm>
    </dsp:sp>
    <dsp:sp modelId="{DE6C9F4C-C6CB-0D4C-94E4-B1FE7F0DA9AD}">
      <dsp:nvSpPr>
        <dsp:cNvPr id="0" name=""/>
        <dsp:cNvSpPr/>
      </dsp:nvSpPr>
      <dsp:spPr>
        <a:xfrm>
          <a:off x="1934516" y="2106132"/>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Organic Compounds</a:t>
          </a:r>
        </a:p>
      </dsp:txBody>
      <dsp:txXfrm>
        <a:off x="1934516" y="2106132"/>
        <a:ext cx="666819" cy="333409"/>
      </dsp:txXfrm>
    </dsp:sp>
    <dsp:sp modelId="{2ACFABD4-55C1-4D48-9483-72FE8BF75A07}">
      <dsp:nvSpPr>
        <dsp:cNvPr id="0" name=""/>
        <dsp:cNvSpPr/>
      </dsp:nvSpPr>
      <dsp:spPr>
        <a:xfrm>
          <a:off x="1766430" y="2579574"/>
          <a:ext cx="1002990"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Chemoheterotrophs</a:t>
          </a:r>
        </a:p>
      </dsp:txBody>
      <dsp:txXfrm>
        <a:off x="1766430" y="2579574"/>
        <a:ext cx="1002990" cy="333409"/>
      </dsp:txXfrm>
    </dsp:sp>
    <dsp:sp modelId="{BFE41C2E-8917-FC47-8728-AC8D9B66C971}">
      <dsp:nvSpPr>
        <dsp:cNvPr id="0" name=""/>
        <dsp:cNvSpPr/>
      </dsp:nvSpPr>
      <dsp:spPr>
        <a:xfrm>
          <a:off x="2376897" y="3040203"/>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Final Electron Donor</a:t>
          </a:r>
        </a:p>
      </dsp:txBody>
      <dsp:txXfrm>
        <a:off x="2376897" y="3040203"/>
        <a:ext cx="666819" cy="333409"/>
      </dsp:txXfrm>
    </dsp:sp>
    <dsp:sp modelId="{E59B3C57-CCDF-7A4D-BFD8-CEF43CB6625C}">
      <dsp:nvSpPr>
        <dsp:cNvPr id="0" name=""/>
        <dsp:cNvSpPr/>
      </dsp:nvSpPr>
      <dsp:spPr>
        <a:xfrm>
          <a:off x="1246024" y="3526458"/>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O</a:t>
          </a:r>
          <a:r>
            <a:rPr lang="en-US" sz="800" kern="1200" baseline="-25000" dirty="0"/>
            <a:t>2</a:t>
          </a:r>
          <a:endParaRPr lang="en-US" sz="800" kern="1200" dirty="0"/>
        </a:p>
      </dsp:txBody>
      <dsp:txXfrm>
        <a:off x="1246024" y="3526458"/>
        <a:ext cx="666819" cy="333409"/>
      </dsp:txXfrm>
    </dsp:sp>
    <dsp:sp modelId="{1A807BE5-728A-F846-9952-204DC8BF9425}">
      <dsp:nvSpPr>
        <dsp:cNvPr id="0" name=""/>
        <dsp:cNvSpPr/>
      </dsp:nvSpPr>
      <dsp:spPr>
        <a:xfrm>
          <a:off x="1412729" y="3999900"/>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Animals, most fungi, protozoa, bacteria</a:t>
          </a:r>
        </a:p>
      </dsp:txBody>
      <dsp:txXfrm>
        <a:off x="1412729" y="3999900"/>
        <a:ext cx="666819" cy="333409"/>
      </dsp:txXfrm>
    </dsp:sp>
    <dsp:sp modelId="{9446DCA9-FACE-7C46-80B6-C5E3A7A1119B}">
      <dsp:nvSpPr>
        <dsp:cNvPr id="0" name=""/>
        <dsp:cNvSpPr/>
      </dsp:nvSpPr>
      <dsp:spPr>
        <a:xfrm>
          <a:off x="2623007" y="3526458"/>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Not O</a:t>
          </a:r>
          <a:r>
            <a:rPr lang="en-US" sz="800" kern="1200" baseline="-25000" dirty="0"/>
            <a:t>2</a:t>
          </a:r>
          <a:endParaRPr lang="en-US" sz="800" kern="1200" dirty="0"/>
        </a:p>
      </dsp:txBody>
      <dsp:txXfrm>
        <a:off x="2623007" y="3526458"/>
        <a:ext cx="666819" cy="333409"/>
      </dsp:txXfrm>
    </dsp:sp>
    <dsp:sp modelId="{EF953B74-D73F-EA4F-BEC7-402B98075E57}">
      <dsp:nvSpPr>
        <dsp:cNvPr id="0" name=""/>
        <dsp:cNvSpPr/>
      </dsp:nvSpPr>
      <dsp:spPr>
        <a:xfrm>
          <a:off x="2219581" y="3999900"/>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Organic compound</a:t>
          </a:r>
        </a:p>
      </dsp:txBody>
      <dsp:txXfrm>
        <a:off x="2219581" y="3999900"/>
        <a:ext cx="666819" cy="333409"/>
      </dsp:txXfrm>
    </dsp:sp>
    <dsp:sp modelId="{D777CD76-41ED-FA44-BCF4-817E4FB3FEDE}">
      <dsp:nvSpPr>
        <dsp:cNvPr id="0" name=""/>
        <dsp:cNvSpPr/>
      </dsp:nvSpPr>
      <dsp:spPr>
        <a:xfrm>
          <a:off x="2386286" y="4473343"/>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Fermentative, e.g. Streptococcus</a:t>
          </a:r>
        </a:p>
      </dsp:txBody>
      <dsp:txXfrm>
        <a:off x="2386286" y="4473343"/>
        <a:ext cx="666819" cy="333409"/>
      </dsp:txXfrm>
    </dsp:sp>
    <dsp:sp modelId="{BFFA47B3-A880-1A40-90A9-793AB1422969}">
      <dsp:nvSpPr>
        <dsp:cNvPr id="0" name=""/>
        <dsp:cNvSpPr/>
      </dsp:nvSpPr>
      <dsp:spPr>
        <a:xfrm>
          <a:off x="3026433" y="3999900"/>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Inorganic Compound</a:t>
          </a:r>
        </a:p>
      </dsp:txBody>
      <dsp:txXfrm>
        <a:off x="3026433" y="3999900"/>
        <a:ext cx="666819" cy="333409"/>
      </dsp:txXfrm>
    </dsp:sp>
    <dsp:sp modelId="{E9EA505A-87F1-AC40-99F2-F33EB3A8750C}">
      <dsp:nvSpPr>
        <dsp:cNvPr id="0" name=""/>
        <dsp:cNvSpPr/>
      </dsp:nvSpPr>
      <dsp:spPr>
        <a:xfrm>
          <a:off x="3193138" y="4473343"/>
          <a:ext cx="128810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Electron transport chain, e.g. Clostridium</a:t>
          </a:r>
        </a:p>
      </dsp:txBody>
      <dsp:txXfrm>
        <a:off x="3193138" y="4473343"/>
        <a:ext cx="1288109" cy="333409"/>
      </dsp:txXfrm>
    </dsp:sp>
    <dsp:sp modelId="{9EF9B02D-DF4F-FE4B-A317-D93D4581F5DD}">
      <dsp:nvSpPr>
        <dsp:cNvPr id="0" name=""/>
        <dsp:cNvSpPr/>
      </dsp:nvSpPr>
      <dsp:spPr>
        <a:xfrm>
          <a:off x="3318805" y="2106132"/>
          <a:ext cx="666819" cy="333409"/>
        </a:xfrm>
        <a:prstGeom prst="rect">
          <a:avLst/>
        </a:prstGeom>
        <a:solidFill>
          <a:srgbClr val="00B0F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CO</a:t>
          </a:r>
          <a:r>
            <a:rPr lang="en-US" sz="800" kern="1200" baseline="-25000" dirty="0"/>
            <a:t>2</a:t>
          </a:r>
          <a:endParaRPr lang="en-US" sz="800" kern="1200" dirty="0"/>
        </a:p>
      </dsp:txBody>
      <dsp:txXfrm>
        <a:off x="3318805" y="2106132"/>
        <a:ext cx="666819" cy="333409"/>
      </dsp:txXfrm>
    </dsp:sp>
    <dsp:sp modelId="{D55E269D-B4C0-3F45-A93B-177535A1B8C1}">
      <dsp:nvSpPr>
        <dsp:cNvPr id="0" name=""/>
        <dsp:cNvSpPr/>
      </dsp:nvSpPr>
      <dsp:spPr>
        <a:xfrm>
          <a:off x="3207503" y="2579574"/>
          <a:ext cx="889424" cy="333409"/>
        </a:xfrm>
        <a:prstGeom prst="rect">
          <a:avLst/>
        </a:prstGeom>
        <a:solidFill>
          <a:srgbClr val="00B0F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Chemoautotrophs</a:t>
          </a:r>
        </a:p>
      </dsp:txBody>
      <dsp:txXfrm>
        <a:off x="3207503" y="2579574"/>
        <a:ext cx="889424" cy="333409"/>
      </dsp:txXfrm>
    </dsp:sp>
    <dsp:sp modelId="{00AE9B91-0C5D-3A4C-B346-78F629125E86}">
      <dsp:nvSpPr>
        <dsp:cNvPr id="0" name=""/>
        <dsp:cNvSpPr/>
      </dsp:nvSpPr>
      <dsp:spPr>
        <a:xfrm>
          <a:off x="3611554" y="3060915"/>
          <a:ext cx="1401921" cy="752379"/>
        </a:xfrm>
        <a:prstGeom prst="rect">
          <a:avLst/>
        </a:prstGeom>
        <a:solidFill>
          <a:srgbClr val="00B0F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Hydrogen, sulfur, iron, carbon  monoxide oxidizing bacteria</a:t>
          </a:r>
        </a:p>
      </dsp:txBody>
      <dsp:txXfrm>
        <a:off x="3611554" y="3060915"/>
        <a:ext cx="1401921" cy="752379"/>
      </dsp:txXfrm>
    </dsp:sp>
    <dsp:sp modelId="{48497C4A-B4EC-3F41-A47A-31E293546422}">
      <dsp:nvSpPr>
        <dsp:cNvPr id="0" name=""/>
        <dsp:cNvSpPr/>
      </dsp:nvSpPr>
      <dsp:spPr>
        <a:xfrm>
          <a:off x="7156465" y="781682"/>
          <a:ext cx="666819" cy="333409"/>
        </a:xfrm>
        <a:prstGeom prst="rect">
          <a:avLst/>
        </a:prstGeom>
        <a:solidFill>
          <a:schemeClr val="accent6">
            <a:alpha val="7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Light</a:t>
          </a:r>
        </a:p>
      </dsp:txBody>
      <dsp:txXfrm>
        <a:off x="7156465" y="781682"/>
        <a:ext cx="666819" cy="333409"/>
      </dsp:txXfrm>
    </dsp:sp>
    <dsp:sp modelId="{0F143A57-0A14-3547-A346-8DBC4163ADC4}">
      <dsp:nvSpPr>
        <dsp:cNvPr id="0" name=""/>
        <dsp:cNvSpPr/>
      </dsp:nvSpPr>
      <dsp:spPr>
        <a:xfrm>
          <a:off x="7076470" y="1255124"/>
          <a:ext cx="826809" cy="333409"/>
        </a:xfrm>
        <a:prstGeom prst="rect">
          <a:avLst/>
        </a:prstGeom>
        <a:solidFill>
          <a:schemeClr val="accent6">
            <a:alpha val="5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66725">
            <a:lnSpc>
              <a:spcPct val="90000"/>
            </a:lnSpc>
            <a:spcBef>
              <a:spcPct val="0"/>
            </a:spcBef>
            <a:spcAft>
              <a:spcPct val="35000"/>
            </a:spcAft>
            <a:buNone/>
          </a:pPr>
          <a:r>
            <a:rPr lang="en-US" sz="1050" kern="1200" dirty="0"/>
            <a:t>Phototrophs</a:t>
          </a:r>
        </a:p>
      </dsp:txBody>
      <dsp:txXfrm>
        <a:off x="7076470" y="1255124"/>
        <a:ext cx="826809" cy="333409"/>
      </dsp:txXfrm>
    </dsp:sp>
    <dsp:sp modelId="{C9E9F3CC-11F9-DB4B-B922-E71A4B297212}">
      <dsp:nvSpPr>
        <dsp:cNvPr id="0" name=""/>
        <dsp:cNvSpPr/>
      </dsp:nvSpPr>
      <dsp:spPr>
        <a:xfrm>
          <a:off x="7156465" y="1728566"/>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Carbon Source</a:t>
          </a:r>
        </a:p>
      </dsp:txBody>
      <dsp:txXfrm>
        <a:off x="7156465" y="1728566"/>
        <a:ext cx="666819" cy="333409"/>
      </dsp:txXfrm>
    </dsp:sp>
    <dsp:sp modelId="{FA16607D-1B81-9A48-B667-DA01C8E4BD74}">
      <dsp:nvSpPr>
        <dsp:cNvPr id="0" name=""/>
        <dsp:cNvSpPr/>
      </dsp:nvSpPr>
      <dsp:spPr>
        <a:xfrm>
          <a:off x="6506614" y="2202008"/>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Organic compounds</a:t>
          </a:r>
        </a:p>
      </dsp:txBody>
      <dsp:txXfrm>
        <a:off x="6506614" y="2202008"/>
        <a:ext cx="666819" cy="333409"/>
      </dsp:txXfrm>
    </dsp:sp>
    <dsp:sp modelId="{4E814A77-EAB9-A847-92F8-CFFC55E43EE7}">
      <dsp:nvSpPr>
        <dsp:cNvPr id="0" name=""/>
        <dsp:cNvSpPr/>
      </dsp:nvSpPr>
      <dsp:spPr>
        <a:xfrm>
          <a:off x="6437274" y="2675450"/>
          <a:ext cx="805498"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Photoheterotrophs</a:t>
          </a:r>
        </a:p>
      </dsp:txBody>
      <dsp:txXfrm>
        <a:off x="6437274" y="2675450"/>
        <a:ext cx="805498" cy="333409"/>
      </dsp:txXfrm>
    </dsp:sp>
    <dsp:sp modelId="{0C04164C-DA43-744B-9640-71A33DCBC2AB}">
      <dsp:nvSpPr>
        <dsp:cNvPr id="0" name=""/>
        <dsp:cNvSpPr/>
      </dsp:nvSpPr>
      <dsp:spPr>
        <a:xfrm>
          <a:off x="6638649" y="3148892"/>
          <a:ext cx="1027635" cy="444575"/>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Green </a:t>
          </a:r>
          <a:r>
            <a:rPr lang="en-US" sz="800" kern="1200" dirty="0" err="1"/>
            <a:t>nonsulfur</a:t>
          </a:r>
          <a:r>
            <a:rPr lang="en-US" sz="800" kern="1200" dirty="0"/>
            <a:t> bacteria, purple </a:t>
          </a:r>
          <a:r>
            <a:rPr lang="en-US" sz="800" kern="1200" dirty="0" err="1"/>
            <a:t>nonsulfur</a:t>
          </a:r>
          <a:r>
            <a:rPr lang="en-US" sz="800" kern="1200" dirty="0"/>
            <a:t> bacteria</a:t>
          </a:r>
        </a:p>
      </dsp:txBody>
      <dsp:txXfrm>
        <a:off x="6638649" y="3148892"/>
        <a:ext cx="1027635" cy="444575"/>
      </dsp:txXfrm>
    </dsp:sp>
    <dsp:sp modelId="{0A71A78D-E909-BF41-8219-838C2C89FCC2}">
      <dsp:nvSpPr>
        <dsp:cNvPr id="0" name=""/>
        <dsp:cNvSpPr/>
      </dsp:nvSpPr>
      <dsp:spPr>
        <a:xfrm>
          <a:off x="7806317" y="2202008"/>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CO</a:t>
          </a:r>
          <a:r>
            <a:rPr lang="en-US" sz="800" kern="1200" baseline="-25000" dirty="0"/>
            <a:t>2</a:t>
          </a:r>
          <a:endParaRPr lang="en-US" sz="800" kern="1200" dirty="0"/>
        </a:p>
      </dsp:txBody>
      <dsp:txXfrm>
        <a:off x="7806317" y="2202008"/>
        <a:ext cx="666819" cy="333409"/>
      </dsp:txXfrm>
    </dsp:sp>
    <dsp:sp modelId="{69B241A1-06BE-4B49-9D38-40A9F75BD9C5}">
      <dsp:nvSpPr>
        <dsp:cNvPr id="0" name=""/>
        <dsp:cNvSpPr/>
      </dsp:nvSpPr>
      <dsp:spPr>
        <a:xfrm>
          <a:off x="7751385" y="2675450"/>
          <a:ext cx="776684"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Photoautotrophs</a:t>
          </a:r>
        </a:p>
      </dsp:txBody>
      <dsp:txXfrm>
        <a:off x="7751385" y="2675450"/>
        <a:ext cx="776684" cy="333409"/>
      </dsp:txXfrm>
    </dsp:sp>
    <dsp:sp modelId="{8812CDD5-0B45-EC4F-9173-20421C1F359F}">
      <dsp:nvSpPr>
        <dsp:cNvPr id="0" name=""/>
        <dsp:cNvSpPr/>
      </dsp:nvSpPr>
      <dsp:spPr>
        <a:xfrm>
          <a:off x="7806317" y="3148892"/>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Use H2O to reduce CO2?</a:t>
          </a:r>
        </a:p>
      </dsp:txBody>
      <dsp:txXfrm>
        <a:off x="7806317" y="3148892"/>
        <a:ext cx="666819" cy="333409"/>
      </dsp:txXfrm>
    </dsp:sp>
    <dsp:sp modelId="{FA81F937-48A2-7144-9438-CF9267137C70}">
      <dsp:nvSpPr>
        <dsp:cNvPr id="0" name=""/>
        <dsp:cNvSpPr/>
      </dsp:nvSpPr>
      <dsp:spPr>
        <a:xfrm>
          <a:off x="7973022" y="3622334"/>
          <a:ext cx="1845263" cy="561578"/>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Yes, oxygenic photosynthesis (plants, algae, cyanobacteria)</a:t>
          </a:r>
        </a:p>
      </dsp:txBody>
      <dsp:txXfrm>
        <a:off x="7973022" y="3622334"/>
        <a:ext cx="1845263" cy="561578"/>
      </dsp:txXfrm>
    </dsp:sp>
    <dsp:sp modelId="{81052660-A12F-A048-B90B-4C6628FADFEA}">
      <dsp:nvSpPr>
        <dsp:cNvPr id="0" name=""/>
        <dsp:cNvSpPr/>
      </dsp:nvSpPr>
      <dsp:spPr>
        <a:xfrm>
          <a:off x="7973022" y="4304024"/>
          <a:ext cx="1845263" cy="641033"/>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No, Anoxygenic photosynthetic bacteria (green and purple bacteria)</a:t>
          </a:r>
        </a:p>
      </dsp:txBody>
      <dsp:txXfrm>
        <a:off x="7973022" y="4304024"/>
        <a:ext cx="1845263" cy="64103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C95581-10E7-E04A-BE76-EB7B756835C4}">
      <dsp:nvSpPr>
        <dsp:cNvPr id="0" name=""/>
        <dsp:cNvSpPr/>
      </dsp:nvSpPr>
      <dsp:spPr>
        <a:xfrm>
          <a:off x="7872999" y="3482302"/>
          <a:ext cx="100022" cy="1142238"/>
        </a:xfrm>
        <a:custGeom>
          <a:avLst/>
          <a:gdLst/>
          <a:ahLst/>
          <a:cxnLst/>
          <a:rect l="0" t="0" r="0" b="0"/>
          <a:pathLst>
            <a:path>
              <a:moveTo>
                <a:pt x="0" y="0"/>
              </a:moveTo>
              <a:lnTo>
                <a:pt x="0" y="1142238"/>
              </a:lnTo>
              <a:lnTo>
                <a:pt x="100022" y="1142238"/>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D5244B91-B595-6843-BF3A-124DB5436E20}">
      <dsp:nvSpPr>
        <dsp:cNvPr id="0" name=""/>
        <dsp:cNvSpPr/>
      </dsp:nvSpPr>
      <dsp:spPr>
        <a:xfrm>
          <a:off x="7872999" y="3482302"/>
          <a:ext cx="100022" cy="420821"/>
        </a:xfrm>
        <a:custGeom>
          <a:avLst/>
          <a:gdLst/>
          <a:ahLst/>
          <a:cxnLst/>
          <a:rect l="0" t="0" r="0" b="0"/>
          <a:pathLst>
            <a:path>
              <a:moveTo>
                <a:pt x="0" y="0"/>
              </a:moveTo>
              <a:lnTo>
                <a:pt x="0" y="420821"/>
              </a:lnTo>
              <a:lnTo>
                <a:pt x="100022" y="420821"/>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107105A4-83F5-184D-85CE-7DD08E12A0D5}">
      <dsp:nvSpPr>
        <dsp:cNvPr id="0" name=""/>
        <dsp:cNvSpPr/>
      </dsp:nvSpPr>
      <dsp:spPr>
        <a:xfrm>
          <a:off x="8094007" y="3008860"/>
          <a:ext cx="91440" cy="140032"/>
        </a:xfrm>
        <a:custGeom>
          <a:avLst/>
          <a:gdLst/>
          <a:ahLst/>
          <a:cxnLst/>
          <a:rect l="0" t="0" r="0" b="0"/>
          <a:pathLst>
            <a:path>
              <a:moveTo>
                <a:pt x="45720" y="0"/>
              </a:moveTo>
              <a:lnTo>
                <a:pt x="4572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1019AFF4-D8C8-CE45-BA36-9F2C41E4F8E7}">
      <dsp:nvSpPr>
        <dsp:cNvPr id="0" name=""/>
        <dsp:cNvSpPr/>
      </dsp:nvSpPr>
      <dsp:spPr>
        <a:xfrm>
          <a:off x="8094007" y="2535418"/>
          <a:ext cx="91440" cy="140032"/>
        </a:xfrm>
        <a:custGeom>
          <a:avLst/>
          <a:gdLst/>
          <a:ahLst/>
          <a:cxnLst/>
          <a:rect l="0" t="0" r="0" b="0"/>
          <a:pathLst>
            <a:path>
              <a:moveTo>
                <a:pt x="45720" y="0"/>
              </a:moveTo>
              <a:lnTo>
                <a:pt x="4572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1AF8D188-820C-DF45-BAED-301DB32A9913}">
      <dsp:nvSpPr>
        <dsp:cNvPr id="0" name=""/>
        <dsp:cNvSpPr/>
      </dsp:nvSpPr>
      <dsp:spPr>
        <a:xfrm>
          <a:off x="7489875" y="2061976"/>
          <a:ext cx="649851" cy="140032"/>
        </a:xfrm>
        <a:custGeom>
          <a:avLst/>
          <a:gdLst/>
          <a:ahLst/>
          <a:cxnLst/>
          <a:rect l="0" t="0" r="0" b="0"/>
          <a:pathLst>
            <a:path>
              <a:moveTo>
                <a:pt x="0" y="0"/>
              </a:moveTo>
              <a:lnTo>
                <a:pt x="0" y="70016"/>
              </a:lnTo>
              <a:lnTo>
                <a:pt x="649851" y="70016"/>
              </a:lnTo>
              <a:lnTo>
                <a:pt x="649851"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E5FF68D6-D361-BB45-9C94-417F6555FE12}">
      <dsp:nvSpPr>
        <dsp:cNvPr id="0" name=""/>
        <dsp:cNvSpPr/>
      </dsp:nvSpPr>
      <dsp:spPr>
        <a:xfrm>
          <a:off x="6517824" y="3008860"/>
          <a:ext cx="120824" cy="362319"/>
        </a:xfrm>
        <a:custGeom>
          <a:avLst/>
          <a:gdLst/>
          <a:ahLst/>
          <a:cxnLst/>
          <a:rect l="0" t="0" r="0" b="0"/>
          <a:pathLst>
            <a:path>
              <a:moveTo>
                <a:pt x="0" y="0"/>
              </a:moveTo>
              <a:lnTo>
                <a:pt x="0" y="362319"/>
              </a:lnTo>
              <a:lnTo>
                <a:pt x="120824" y="362319"/>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46B63B86-DFF5-994C-AA45-21E019DDB9A3}">
      <dsp:nvSpPr>
        <dsp:cNvPr id="0" name=""/>
        <dsp:cNvSpPr/>
      </dsp:nvSpPr>
      <dsp:spPr>
        <a:xfrm>
          <a:off x="6794304" y="2535418"/>
          <a:ext cx="91440" cy="140032"/>
        </a:xfrm>
        <a:custGeom>
          <a:avLst/>
          <a:gdLst/>
          <a:ahLst/>
          <a:cxnLst/>
          <a:rect l="0" t="0" r="0" b="0"/>
          <a:pathLst>
            <a:path>
              <a:moveTo>
                <a:pt x="45720" y="0"/>
              </a:moveTo>
              <a:lnTo>
                <a:pt x="4572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FACDF4A6-593E-EB41-ABD4-65D70C55C1A4}">
      <dsp:nvSpPr>
        <dsp:cNvPr id="0" name=""/>
        <dsp:cNvSpPr/>
      </dsp:nvSpPr>
      <dsp:spPr>
        <a:xfrm>
          <a:off x="6840024" y="2061976"/>
          <a:ext cx="649851" cy="140032"/>
        </a:xfrm>
        <a:custGeom>
          <a:avLst/>
          <a:gdLst/>
          <a:ahLst/>
          <a:cxnLst/>
          <a:rect l="0" t="0" r="0" b="0"/>
          <a:pathLst>
            <a:path>
              <a:moveTo>
                <a:pt x="649851" y="0"/>
              </a:moveTo>
              <a:lnTo>
                <a:pt x="649851" y="70016"/>
              </a:lnTo>
              <a:lnTo>
                <a:pt x="0" y="70016"/>
              </a:lnTo>
              <a:lnTo>
                <a:pt x="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64DB311A-4A1F-3A47-8952-B8E944014770}">
      <dsp:nvSpPr>
        <dsp:cNvPr id="0" name=""/>
        <dsp:cNvSpPr/>
      </dsp:nvSpPr>
      <dsp:spPr>
        <a:xfrm>
          <a:off x="7444155" y="1588534"/>
          <a:ext cx="91440" cy="140032"/>
        </a:xfrm>
        <a:custGeom>
          <a:avLst/>
          <a:gdLst/>
          <a:ahLst/>
          <a:cxnLst/>
          <a:rect l="0" t="0" r="0" b="0"/>
          <a:pathLst>
            <a:path>
              <a:moveTo>
                <a:pt x="45720" y="0"/>
              </a:moveTo>
              <a:lnTo>
                <a:pt x="4572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6F7C17BA-274C-B847-A4FE-6D37E1E977EC}">
      <dsp:nvSpPr>
        <dsp:cNvPr id="0" name=""/>
        <dsp:cNvSpPr/>
      </dsp:nvSpPr>
      <dsp:spPr>
        <a:xfrm>
          <a:off x="7444155" y="1115091"/>
          <a:ext cx="91440" cy="140032"/>
        </a:xfrm>
        <a:custGeom>
          <a:avLst/>
          <a:gdLst/>
          <a:ahLst/>
          <a:cxnLst/>
          <a:rect l="0" t="0" r="0" b="0"/>
          <a:pathLst>
            <a:path>
              <a:moveTo>
                <a:pt x="45720" y="0"/>
              </a:moveTo>
              <a:lnTo>
                <a:pt x="45720" y="140032"/>
              </a:lnTo>
            </a:path>
          </a:pathLst>
        </a:custGeom>
        <a:noFill/>
        <a:ln w="12700" cap="flat" cmpd="sng" algn="ctr">
          <a:solidFill>
            <a:schemeClr val="accent6">
              <a:tint val="7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0BE49338-4E31-7841-A977-2966EB3FE35D}">
      <dsp:nvSpPr>
        <dsp:cNvPr id="0" name=""/>
        <dsp:cNvSpPr/>
      </dsp:nvSpPr>
      <dsp:spPr>
        <a:xfrm>
          <a:off x="5331617" y="620938"/>
          <a:ext cx="2158258" cy="160743"/>
        </a:xfrm>
        <a:custGeom>
          <a:avLst/>
          <a:gdLst/>
          <a:ahLst/>
          <a:cxnLst/>
          <a:rect l="0" t="0" r="0" b="0"/>
          <a:pathLst>
            <a:path>
              <a:moveTo>
                <a:pt x="0" y="0"/>
              </a:moveTo>
              <a:lnTo>
                <a:pt x="0" y="90727"/>
              </a:lnTo>
              <a:lnTo>
                <a:pt x="2158258" y="90727"/>
              </a:lnTo>
              <a:lnTo>
                <a:pt x="2158258" y="160743"/>
              </a:lnTo>
            </a:path>
          </a:pathLst>
        </a:custGeom>
        <a:noFill/>
        <a:ln w="12700" cap="flat" cmpd="sng" algn="ctr">
          <a:solidFill>
            <a:schemeClr val="accent6">
              <a:tint val="90000"/>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0A9BB3C7-4C67-1949-B4BE-EA2602A580B8}">
      <dsp:nvSpPr>
        <dsp:cNvPr id="0" name=""/>
        <dsp:cNvSpPr/>
      </dsp:nvSpPr>
      <dsp:spPr>
        <a:xfrm>
          <a:off x="3296445" y="2912984"/>
          <a:ext cx="315108" cy="524120"/>
        </a:xfrm>
        <a:custGeom>
          <a:avLst/>
          <a:gdLst/>
          <a:ahLst/>
          <a:cxnLst/>
          <a:rect l="0" t="0" r="0" b="0"/>
          <a:pathLst>
            <a:path>
              <a:moveTo>
                <a:pt x="0" y="0"/>
              </a:moveTo>
              <a:lnTo>
                <a:pt x="0" y="524120"/>
              </a:lnTo>
              <a:lnTo>
                <a:pt x="315108" y="524120"/>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B107A14B-4BDC-424C-B93A-32A74608922E}">
      <dsp:nvSpPr>
        <dsp:cNvPr id="0" name=""/>
        <dsp:cNvSpPr/>
      </dsp:nvSpPr>
      <dsp:spPr>
        <a:xfrm>
          <a:off x="3606495" y="2439542"/>
          <a:ext cx="91440" cy="140032"/>
        </a:xfrm>
        <a:custGeom>
          <a:avLst/>
          <a:gdLst/>
          <a:ahLst/>
          <a:cxnLst/>
          <a:rect l="0" t="0" r="0" b="0"/>
          <a:pathLst>
            <a:path>
              <a:moveTo>
                <a:pt x="45720" y="0"/>
              </a:moveTo>
              <a:lnTo>
                <a:pt x="4572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FD0D9FDB-ABBC-BC4E-85F2-0C047BABA496}">
      <dsp:nvSpPr>
        <dsp:cNvPr id="0" name=""/>
        <dsp:cNvSpPr/>
      </dsp:nvSpPr>
      <dsp:spPr>
        <a:xfrm>
          <a:off x="2960070" y="1966100"/>
          <a:ext cx="692144" cy="140032"/>
        </a:xfrm>
        <a:custGeom>
          <a:avLst/>
          <a:gdLst/>
          <a:ahLst/>
          <a:cxnLst/>
          <a:rect l="0" t="0" r="0" b="0"/>
          <a:pathLst>
            <a:path>
              <a:moveTo>
                <a:pt x="0" y="0"/>
              </a:moveTo>
              <a:lnTo>
                <a:pt x="0" y="70016"/>
              </a:lnTo>
              <a:lnTo>
                <a:pt x="692144" y="70016"/>
              </a:lnTo>
              <a:lnTo>
                <a:pt x="692144"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CD8A1912-062E-A946-932A-D82D02491C1E}">
      <dsp:nvSpPr>
        <dsp:cNvPr id="0" name=""/>
        <dsp:cNvSpPr/>
      </dsp:nvSpPr>
      <dsp:spPr>
        <a:xfrm>
          <a:off x="3093115" y="4333310"/>
          <a:ext cx="100022" cy="306737"/>
        </a:xfrm>
        <a:custGeom>
          <a:avLst/>
          <a:gdLst/>
          <a:ahLst/>
          <a:cxnLst/>
          <a:rect l="0" t="0" r="0" b="0"/>
          <a:pathLst>
            <a:path>
              <a:moveTo>
                <a:pt x="0" y="0"/>
              </a:moveTo>
              <a:lnTo>
                <a:pt x="0" y="306737"/>
              </a:lnTo>
              <a:lnTo>
                <a:pt x="100022" y="306737"/>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493E069C-5C5C-1945-8421-924BCF5BF993}">
      <dsp:nvSpPr>
        <dsp:cNvPr id="0" name=""/>
        <dsp:cNvSpPr/>
      </dsp:nvSpPr>
      <dsp:spPr>
        <a:xfrm>
          <a:off x="2956417" y="3859868"/>
          <a:ext cx="403425" cy="140032"/>
        </a:xfrm>
        <a:custGeom>
          <a:avLst/>
          <a:gdLst/>
          <a:ahLst/>
          <a:cxnLst/>
          <a:rect l="0" t="0" r="0" b="0"/>
          <a:pathLst>
            <a:path>
              <a:moveTo>
                <a:pt x="0" y="0"/>
              </a:moveTo>
              <a:lnTo>
                <a:pt x="0" y="70016"/>
              </a:lnTo>
              <a:lnTo>
                <a:pt x="403425" y="70016"/>
              </a:lnTo>
              <a:lnTo>
                <a:pt x="403425"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686EFB0C-4C15-8349-AEFB-C8A15361CCB0}">
      <dsp:nvSpPr>
        <dsp:cNvPr id="0" name=""/>
        <dsp:cNvSpPr/>
      </dsp:nvSpPr>
      <dsp:spPr>
        <a:xfrm>
          <a:off x="2286263" y="4333310"/>
          <a:ext cx="100022" cy="306737"/>
        </a:xfrm>
        <a:custGeom>
          <a:avLst/>
          <a:gdLst/>
          <a:ahLst/>
          <a:cxnLst/>
          <a:rect l="0" t="0" r="0" b="0"/>
          <a:pathLst>
            <a:path>
              <a:moveTo>
                <a:pt x="0" y="0"/>
              </a:moveTo>
              <a:lnTo>
                <a:pt x="0" y="306737"/>
              </a:lnTo>
              <a:lnTo>
                <a:pt x="100022" y="306737"/>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003E4100-2566-C543-8695-F70ED0C8B034}">
      <dsp:nvSpPr>
        <dsp:cNvPr id="0" name=""/>
        <dsp:cNvSpPr/>
      </dsp:nvSpPr>
      <dsp:spPr>
        <a:xfrm>
          <a:off x="2552991" y="3859868"/>
          <a:ext cx="403425" cy="140032"/>
        </a:xfrm>
        <a:custGeom>
          <a:avLst/>
          <a:gdLst/>
          <a:ahLst/>
          <a:cxnLst/>
          <a:rect l="0" t="0" r="0" b="0"/>
          <a:pathLst>
            <a:path>
              <a:moveTo>
                <a:pt x="403425" y="0"/>
              </a:moveTo>
              <a:lnTo>
                <a:pt x="403425" y="70016"/>
              </a:lnTo>
              <a:lnTo>
                <a:pt x="0" y="70016"/>
              </a:lnTo>
              <a:lnTo>
                <a:pt x="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508EF1F2-E20C-A346-AF68-DEA11D1950D7}">
      <dsp:nvSpPr>
        <dsp:cNvPr id="0" name=""/>
        <dsp:cNvSpPr/>
      </dsp:nvSpPr>
      <dsp:spPr>
        <a:xfrm>
          <a:off x="2710307" y="3373613"/>
          <a:ext cx="246109" cy="152845"/>
        </a:xfrm>
        <a:custGeom>
          <a:avLst/>
          <a:gdLst/>
          <a:ahLst/>
          <a:cxnLst/>
          <a:rect l="0" t="0" r="0" b="0"/>
          <a:pathLst>
            <a:path>
              <a:moveTo>
                <a:pt x="0" y="0"/>
              </a:moveTo>
              <a:lnTo>
                <a:pt x="0" y="82829"/>
              </a:lnTo>
              <a:lnTo>
                <a:pt x="246109" y="82829"/>
              </a:lnTo>
              <a:lnTo>
                <a:pt x="246109" y="152845"/>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DE946943-C1D1-2342-855F-B68AB6521502}">
      <dsp:nvSpPr>
        <dsp:cNvPr id="0" name=""/>
        <dsp:cNvSpPr/>
      </dsp:nvSpPr>
      <dsp:spPr>
        <a:xfrm>
          <a:off x="1312706" y="3859868"/>
          <a:ext cx="100022" cy="306737"/>
        </a:xfrm>
        <a:custGeom>
          <a:avLst/>
          <a:gdLst/>
          <a:ahLst/>
          <a:cxnLst/>
          <a:rect l="0" t="0" r="0" b="0"/>
          <a:pathLst>
            <a:path>
              <a:moveTo>
                <a:pt x="0" y="0"/>
              </a:moveTo>
              <a:lnTo>
                <a:pt x="0" y="306737"/>
              </a:lnTo>
              <a:lnTo>
                <a:pt x="100022" y="306737"/>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F275A898-D448-9F44-A779-86D1C9635402}">
      <dsp:nvSpPr>
        <dsp:cNvPr id="0" name=""/>
        <dsp:cNvSpPr/>
      </dsp:nvSpPr>
      <dsp:spPr>
        <a:xfrm>
          <a:off x="1579434" y="3373613"/>
          <a:ext cx="1130872" cy="152845"/>
        </a:xfrm>
        <a:custGeom>
          <a:avLst/>
          <a:gdLst/>
          <a:ahLst/>
          <a:cxnLst/>
          <a:rect l="0" t="0" r="0" b="0"/>
          <a:pathLst>
            <a:path>
              <a:moveTo>
                <a:pt x="1130872" y="0"/>
              </a:moveTo>
              <a:lnTo>
                <a:pt x="1130872" y="82829"/>
              </a:lnTo>
              <a:lnTo>
                <a:pt x="0" y="82829"/>
              </a:lnTo>
              <a:lnTo>
                <a:pt x="0" y="152845"/>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91F0C1BD-D8D7-024B-A8D6-8FEAE33632DB}">
      <dsp:nvSpPr>
        <dsp:cNvPr id="0" name=""/>
        <dsp:cNvSpPr/>
      </dsp:nvSpPr>
      <dsp:spPr>
        <a:xfrm>
          <a:off x="2267926" y="2912984"/>
          <a:ext cx="442381" cy="127219"/>
        </a:xfrm>
        <a:custGeom>
          <a:avLst/>
          <a:gdLst/>
          <a:ahLst/>
          <a:cxnLst/>
          <a:rect l="0" t="0" r="0" b="0"/>
          <a:pathLst>
            <a:path>
              <a:moveTo>
                <a:pt x="0" y="0"/>
              </a:moveTo>
              <a:lnTo>
                <a:pt x="0" y="57203"/>
              </a:lnTo>
              <a:lnTo>
                <a:pt x="442381" y="57203"/>
              </a:lnTo>
              <a:lnTo>
                <a:pt x="442381" y="127219"/>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E4E90E3E-2731-F042-9D37-DB9F9BCE6BC5}">
      <dsp:nvSpPr>
        <dsp:cNvPr id="0" name=""/>
        <dsp:cNvSpPr/>
      </dsp:nvSpPr>
      <dsp:spPr>
        <a:xfrm>
          <a:off x="2222206" y="2439542"/>
          <a:ext cx="91440" cy="140032"/>
        </a:xfrm>
        <a:custGeom>
          <a:avLst/>
          <a:gdLst/>
          <a:ahLst/>
          <a:cxnLst/>
          <a:rect l="0" t="0" r="0" b="0"/>
          <a:pathLst>
            <a:path>
              <a:moveTo>
                <a:pt x="45720" y="0"/>
              </a:moveTo>
              <a:lnTo>
                <a:pt x="4572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DF784482-89F8-6641-8A6B-C155D68403A1}">
      <dsp:nvSpPr>
        <dsp:cNvPr id="0" name=""/>
        <dsp:cNvSpPr/>
      </dsp:nvSpPr>
      <dsp:spPr>
        <a:xfrm>
          <a:off x="2267926" y="1966100"/>
          <a:ext cx="692144" cy="140032"/>
        </a:xfrm>
        <a:custGeom>
          <a:avLst/>
          <a:gdLst/>
          <a:ahLst/>
          <a:cxnLst/>
          <a:rect l="0" t="0" r="0" b="0"/>
          <a:pathLst>
            <a:path>
              <a:moveTo>
                <a:pt x="692144" y="0"/>
              </a:moveTo>
              <a:lnTo>
                <a:pt x="692144" y="70016"/>
              </a:lnTo>
              <a:lnTo>
                <a:pt x="0" y="70016"/>
              </a:lnTo>
              <a:lnTo>
                <a:pt x="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A61A9CE2-B153-4F4E-B872-B31591E7B50E}">
      <dsp:nvSpPr>
        <dsp:cNvPr id="0" name=""/>
        <dsp:cNvSpPr/>
      </dsp:nvSpPr>
      <dsp:spPr>
        <a:xfrm>
          <a:off x="2914350" y="1492658"/>
          <a:ext cx="91440" cy="140032"/>
        </a:xfrm>
        <a:custGeom>
          <a:avLst/>
          <a:gdLst/>
          <a:ahLst/>
          <a:cxnLst/>
          <a:rect l="0" t="0" r="0" b="0"/>
          <a:pathLst>
            <a:path>
              <a:moveTo>
                <a:pt x="45720" y="0"/>
              </a:moveTo>
              <a:lnTo>
                <a:pt x="45720" y="140032"/>
              </a:lnTo>
            </a:path>
          </a:pathLst>
        </a:custGeom>
        <a:noFill/>
        <a:ln w="12700" cap="flat" cmpd="sng" algn="ctr">
          <a:solidFill>
            <a:schemeClr val="accent6">
              <a:tint val="5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0FAF39CB-AD0F-D046-9395-FF46CF8F863D}">
      <dsp:nvSpPr>
        <dsp:cNvPr id="0" name=""/>
        <dsp:cNvSpPr/>
      </dsp:nvSpPr>
      <dsp:spPr>
        <a:xfrm>
          <a:off x="2914350" y="1115091"/>
          <a:ext cx="91440" cy="140032"/>
        </a:xfrm>
        <a:custGeom>
          <a:avLst/>
          <a:gdLst/>
          <a:ahLst/>
          <a:cxnLst/>
          <a:rect l="0" t="0" r="0" b="0"/>
          <a:pathLst>
            <a:path>
              <a:moveTo>
                <a:pt x="45720" y="0"/>
              </a:moveTo>
              <a:lnTo>
                <a:pt x="45720" y="140032"/>
              </a:lnTo>
            </a:path>
          </a:pathLst>
        </a:custGeom>
        <a:noFill/>
        <a:ln w="12700" cap="flat" cmpd="sng" algn="ctr">
          <a:solidFill>
            <a:schemeClr val="accent6">
              <a:tint val="70000"/>
              <a:hueOff val="0"/>
              <a:satOff val="0"/>
              <a:lumOff val="0"/>
              <a:alphaOff val="0"/>
            </a:schemeClr>
          </a:solidFill>
          <a:prstDash val="solid"/>
          <a:miter lim="800000"/>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4A3A5AE0-9BD4-8145-8EC7-FBB33CD8F717}">
      <dsp:nvSpPr>
        <dsp:cNvPr id="0" name=""/>
        <dsp:cNvSpPr/>
      </dsp:nvSpPr>
      <dsp:spPr>
        <a:xfrm>
          <a:off x="2960070" y="620938"/>
          <a:ext cx="2371546" cy="160743"/>
        </a:xfrm>
        <a:custGeom>
          <a:avLst/>
          <a:gdLst/>
          <a:ahLst/>
          <a:cxnLst/>
          <a:rect l="0" t="0" r="0" b="0"/>
          <a:pathLst>
            <a:path>
              <a:moveTo>
                <a:pt x="2371546" y="0"/>
              </a:moveTo>
              <a:lnTo>
                <a:pt x="2371546" y="90727"/>
              </a:lnTo>
              <a:lnTo>
                <a:pt x="0" y="90727"/>
              </a:lnTo>
              <a:lnTo>
                <a:pt x="0" y="160743"/>
              </a:lnTo>
            </a:path>
          </a:pathLst>
        </a:custGeom>
        <a:noFill/>
        <a:ln w="12700" cap="flat" cmpd="sng" algn="ctr">
          <a:solidFill>
            <a:schemeClr val="accent6">
              <a:tint val="90000"/>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EB98ADEA-669B-6C46-9860-C87692DDD31F}">
      <dsp:nvSpPr>
        <dsp:cNvPr id="0" name=""/>
        <dsp:cNvSpPr/>
      </dsp:nvSpPr>
      <dsp:spPr>
        <a:xfrm>
          <a:off x="4817859" y="2563"/>
          <a:ext cx="1027515" cy="618375"/>
        </a:xfrm>
        <a:prstGeom prst="rect">
          <a:avLst/>
        </a:prstGeom>
        <a:solidFill>
          <a:srgbClr val="00B0F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Energy Source</a:t>
          </a:r>
        </a:p>
      </dsp:txBody>
      <dsp:txXfrm>
        <a:off x="4817859" y="2563"/>
        <a:ext cx="1027515" cy="618375"/>
      </dsp:txXfrm>
    </dsp:sp>
    <dsp:sp modelId="{30051186-F022-804C-843B-F6C252C109EB}">
      <dsp:nvSpPr>
        <dsp:cNvPr id="0" name=""/>
        <dsp:cNvSpPr/>
      </dsp:nvSpPr>
      <dsp:spPr>
        <a:xfrm>
          <a:off x="2626660" y="781682"/>
          <a:ext cx="666819" cy="333409"/>
        </a:xfrm>
        <a:prstGeom prst="rect">
          <a:avLst/>
        </a:prstGeom>
        <a:solidFill>
          <a:schemeClr val="accent6"/>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Chemical</a:t>
          </a:r>
        </a:p>
      </dsp:txBody>
      <dsp:txXfrm>
        <a:off x="2626660" y="781682"/>
        <a:ext cx="666819" cy="333409"/>
      </dsp:txXfrm>
    </dsp:sp>
    <dsp:sp modelId="{2CF0B46E-944B-814C-9E01-FA1C88E6127C}">
      <dsp:nvSpPr>
        <dsp:cNvPr id="0" name=""/>
        <dsp:cNvSpPr/>
      </dsp:nvSpPr>
      <dsp:spPr>
        <a:xfrm>
          <a:off x="2400252" y="1255124"/>
          <a:ext cx="1119637" cy="237534"/>
        </a:xfrm>
        <a:prstGeom prst="rect">
          <a:avLst/>
        </a:prstGeom>
        <a:solidFill>
          <a:schemeClr val="accent6"/>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66725">
            <a:lnSpc>
              <a:spcPct val="90000"/>
            </a:lnSpc>
            <a:spcBef>
              <a:spcPct val="0"/>
            </a:spcBef>
            <a:spcAft>
              <a:spcPct val="35000"/>
            </a:spcAft>
            <a:buNone/>
          </a:pPr>
          <a:r>
            <a:rPr lang="en-US" sz="1050" kern="1200" dirty="0"/>
            <a:t>Chemotrophs</a:t>
          </a:r>
        </a:p>
      </dsp:txBody>
      <dsp:txXfrm>
        <a:off x="2400252" y="1255124"/>
        <a:ext cx="1119637" cy="237534"/>
      </dsp:txXfrm>
    </dsp:sp>
    <dsp:sp modelId="{BB37A471-E8BC-5B4E-AB90-900620D8C92C}">
      <dsp:nvSpPr>
        <dsp:cNvPr id="0" name=""/>
        <dsp:cNvSpPr/>
      </dsp:nvSpPr>
      <dsp:spPr>
        <a:xfrm>
          <a:off x="2626660" y="1632690"/>
          <a:ext cx="666819" cy="333409"/>
        </a:xfrm>
        <a:prstGeom prst="rect">
          <a:avLst/>
        </a:prstGeom>
        <a:solidFill>
          <a:schemeClr val="accent6"/>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Carbon Source</a:t>
          </a:r>
        </a:p>
      </dsp:txBody>
      <dsp:txXfrm>
        <a:off x="2626660" y="1632690"/>
        <a:ext cx="666819" cy="333409"/>
      </dsp:txXfrm>
    </dsp:sp>
    <dsp:sp modelId="{DE6C9F4C-C6CB-0D4C-94E4-B1FE7F0DA9AD}">
      <dsp:nvSpPr>
        <dsp:cNvPr id="0" name=""/>
        <dsp:cNvSpPr/>
      </dsp:nvSpPr>
      <dsp:spPr>
        <a:xfrm>
          <a:off x="1934516" y="2106132"/>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Organic Compounds</a:t>
          </a:r>
        </a:p>
      </dsp:txBody>
      <dsp:txXfrm>
        <a:off x="1934516" y="2106132"/>
        <a:ext cx="666819" cy="333409"/>
      </dsp:txXfrm>
    </dsp:sp>
    <dsp:sp modelId="{2ACFABD4-55C1-4D48-9483-72FE8BF75A07}">
      <dsp:nvSpPr>
        <dsp:cNvPr id="0" name=""/>
        <dsp:cNvSpPr/>
      </dsp:nvSpPr>
      <dsp:spPr>
        <a:xfrm>
          <a:off x="1766430" y="2579574"/>
          <a:ext cx="1002990"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Chemoheterotrophs</a:t>
          </a:r>
        </a:p>
      </dsp:txBody>
      <dsp:txXfrm>
        <a:off x="1766430" y="2579574"/>
        <a:ext cx="1002990" cy="333409"/>
      </dsp:txXfrm>
    </dsp:sp>
    <dsp:sp modelId="{BFE41C2E-8917-FC47-8728-AC8D9B66C971}">
      <dsp:nvSpPr>
        <dsp:cNvPr id="0" name=""/>
        <dsp:cNvSpPr/>
      </dsp:nvSpPr>
      <dsp:spPr>
        <a:xfrm>
          <a:off x="2376897" y="3040203"/>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Final Electron Donor</a:t>
          </a:r>
        </a:p>
      </dsp:txBody>
      <dsp:txXfrm>
        <a:off x="2376897" y="3040203"/>
        <a:ext cx="666819" cy="333409"/>
      </dsp:txXfrm>
    </dsp:sp>
    <dsp:sp modelId="{E59B3C57-CCDF-7A4D-BFD8-CEF43CB6625C}">
      <dsp:nvSpPr>
        <dsp:cNvPr id="0" name=""/>
        <dsp:cNvSpPr/>
      </dsp:nvSpPr>
      <dsp:spPr>
        <a:xfrm>
          <a:off x="1246024" y="3526458"/>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O</a:t>
          </a:r>
          <a:r>
            <a:rPr lang="en-US" sz="800" kern="1200" baseline="-25000" dirty="0"/>
            <a:t>2</a:t>
          </a:r>
          <a:endParaRPr lang="en-US" sz="800" kern="1200" dirty="0"/>
        </a:p>
      </dsp:txBody>
      <dsp:txXfrm>
        <a:off x="1246024" y="3526458"/>
        <a:ext cx="666819" cy="333409"/>
      </dsp:txXfrm>
    </dsp:sp>
    <dsp:sp modelId="{1A807BE5-728A-F846-9952-204DC8BF9425}">
      <dsp:nvSpPr>
        <dsp:cNvPr id="0" name=""/>
        <dsp:cNvSpPr/>
      </dsp:nvSpPr>
      <dsp:spPr>
        <a:xfrm>
          <a:off x="1412729" y="3999900"/>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Animals, most fungi, protozoa, bacteria</a:t>
          </a:r>
        </a:p>
      </dsp:txBody>
      <dsp:txXfrm>
        <a:off x="1412729" y="3999900"/>
        <a:ext cx="666819" cy="333409"/>
      </dsp:txXfrm>
    </dsp:sp>
    <dsp:sp modelId="{9446DCA9-FACE-7C46-80B6-C5E3A7A1119B}">
      <dsp:nvSpPr>
        <dsp:cNvPr id="0" name=""/>
        <dsp:cNvSpPr/>
      </dsp:nvSpPr>
      <dsp:spPr>
        <a:xfrm>
          <a:off x="2623007" y="3526458"/>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Not O</a:t>
          </a:r>
          <a:r>
            <a:rPr lang="en-US" sz="800" kern="1200" baseline="-25000" dirty="0"/>
            <a:t>2</a:t>
          </a:r>
          <a:endParaRPr lang="en-US" sz="800" kern="1200" dirty="0"/>
        </a:p>
      </dsp:txBody>
      <dsp:txXfrm>
        <a:off x="2623007" y="3526458"/>
        <a:ext cx="666819" cy="333409"/>
      </dsp:txXfrm>
    </dsp:sp>
    <dsp:sp modelId="{EF953B74-D73F-EA4F-BEC7-402B98075E57}">
      <dsp:nvSpPr>
        <dsp:cNvPr id="0" name=""/>
        <dsp:cNvSpPr/>
      </dsp:nvSpPr>
      <dsp:spPr>
        <a:xfrm>
          <a:off x="2219581" y="3999900"/>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Organic compound</a:t>
          </a:r>
        </a:p>
      </dsp:txBody>
      <dsp:txXfrm>
        <a:off x="2219581" y="3999900"/>
        <a:ext cx="666819" cy="333409"/>
      </dsp:txXfrm>
    </dsp:sp>
    <dsp:sp modelId="{D777CD76-41ED-FA44-BCF4-817E4FB3FEDE}">
      <dsp:nvSpPr>
        <dsp:cNvPr id="0" name=""/>
        <dsp:cNvSpPr/>
      </dsp:nvSpPr>
      <dsp:spPr>
        <a:xfrm>
          <a:off x="2386286" y="4473343"/>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Fermentative, e.g. Streptococcus</a:t>
          </a:r>
        </a:p>
      </dsp:txBody>
      <dsp:txXfrm>
        <a:off x="2386286" y="4473343"/>
        <a:ext cx="666819" cy="333409"/>
      </dsp:txXfrm>
    </dsp:sp>
    <dsp:sp modelId="{BFFA47B3-A880-1A40-90A9-793AB1422969}">
      <dsp:nvSpPr>
        <dsp:cNvPr id="0" name=""/>
        <dsp:cNvSpPr/>
      </dsp:nvSpPr>
      <dsp:spPr>
        <a:xfrm>
          <a:off x="3026433" y="3999900"/>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Inorganic Compound</a:t>
          </a:r>
        </a:p>
      </dsp:txBody>
      <dsp:txXfrm>
        <a:off x="3026433" y="3999900"/>
        <a:ext cx="666819" cy="333409"/>
      </dsp:txXfrm>
    </dsp:sp>
    <dsp:sp modelId="{E9EA505A-87F1-AC40-99F2-F33EB3A8750C}">
      <dsp:nvSpPr>
        <dsp:cNvPr id="0" name=""/>
        <dsp:cNvSpPr/>
      </dsp:nvSpPr>
      <dsp:spPr>
        <a:xfrm>
          <a:off x="3193138" y="4473343"/>
          <a:ext cx="128810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Electron transport chain, e.g. Clostridium</a:t>
          </a:r>
        </a:p>
      </dsp:txBody>
      <dsp:txXfrm>
        <a:off x="3193138" y="4473343"/>
        <a:ext cx="1288109" cy="333409"/>
      </dsp:txXfrm>
    </dsp:sp>
    <dsp:sp modelId="{9EF9B02D-DF4F-FE4B-A317-D93D4581F5DD}">
      <dsp:nvSpPr>
        <dsp:cNvPr id="0" name=""/>
        <dsp:cNvSpPr/>
      </dsp:nvSpPr>
      <dsp:spPr>
        <a:xfrm>
          <a:off x="3318805" y="2106132"/>
          <a:ext cx="666819" cy="333409"/>
        </a:xfrm>
        <a:prstGeom prst="rect">
          <a:avLst/>
        </a:prstGeom>
        <a:solidFill>
          <a:schemeClr val="accent6"/>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CO</a:t>
          </a:r>
          <a:r>
            <a:rPr lang="en-US" sz="800" kern="1200" baseline="-25000" dirty="0"/>
            <a:t>2</a:t>
          </a:r>
          <a:endParaRPr lang="en-US" sz="800" kern="1200" dirty="0"/>
        </a:p>
      </dsp:txBody>
      <dsp:txXfrm>
        <a:off x="3318805" y="2106132"/>
        <a:ext cx="666819" cy="333409"/>
      </dsp:txXfrm>
    </dsp:sp>
    <dsp:sp modelId="{D55E269D-B4C0-3F45-A93B-177535A1B8C1}">
      <dsp:nvSpPr>
        <dsp:cNvPr id="0" name=""/>
        <dsp:cNvSpPr/>
      </dsp:nvSpPr>
      <dsp:spPr>
        <a:xfrm>
          <a:off x="3207503" y="2579574"/>
          <a:ext cx="889424" cy="333409"/>
        </a:xfrm>
        <a:prstGeom prst="rect">
          <a:avLst/>
        </a:prstGeom>
        <a:solidFill>
          <a:schemeClr val="accent6"/>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Chemoautotrophs</a:t>
          </a:r>
        </a:p>
      </dsp:txBody>
      <dsp:txXfrm>
        <a:off x="3207503" y="2579574"/>
        <a:ext cx="889424" cy="333409"/>
      </dsp:txXfrm>
    </dsp:sp>
    <dsp:sp modelId="{00AE9B91-0C5D-3A4C-B346-78F629125E86}">
      <dsp:nvSpPr>
        <dsp:cNvPr id="0" name=""/>
        <dsp:cNvSpPr/>
      </dsp:nvSpPr>
      <dsp:spPr>
        <a:xfrm>
          <a:off x="3611554" y="3060915"/>
          <a:ext cx="1401921" cy="752379"/>
        </a:xfrm>
        <a:prstGeom prst="rect">
          <a:avLst/>
        </a:prstGeom>
        <a:solidFill>
          <a:schemeClr val="accent6"/>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Hydrogen, sulfur, iron, carbon  monoxide oxidizing bacteria</a:t>
          </a:r>
        </a:p>
      </dsp:txBody>
      <dsp:txXfrm>
        <a:off x="3611554" y="3060915"/>
        <a:ext cx="1401921" cy="752379"/>
      </dsp:txXfrm>
    </dsp:sp>
    <dsp:sp modelId="{48497C4A-B4EC-3F41-A47A-31E293546422}">
      <dsp:nvSpPr>
        <dsp:cNvPr id="0" name=""/>
        <dsp:cNvSpPr/>
      </dsp:nvSpPr>
      <dsp:spPr>
        <a:xfrm>
          <a:off x="7156465" y="781682"/>
          <a:ext cx="666819" cy="333409"/>
        </a:xfrm>
        <a:prstGeom prst="rect">
          <a:avLst/>
        </a:prstGeom>
        <a:solidFill>
          <a:srgbClr val="00B0F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Light</a:t>
          </a:r>
        </a:p>
      </dsp:txBody>
      <dsp:txXfrm>
        <a:off x="7156465" y="781682"/>
        <a:ext cx="666819" cy="333409"/>
      </dsp:txXfrm>
    </dsp:sp>
    <dsp:sp modelId="{0F143A57-0A14-3547-A346-8DBC4163ADC4}">
      <dsp:nvSpPr>
        <dsp:cNvPr id="0" name=""/>
        <dsp:cNvSpPr/>
      </dsp:nvSpPr>
      <dsp:spPr>
        <a:xfrm>
          <a:off x="7076470" y="1255124"/>
          <a:ext cx="826809" cy="333409"/>
        </a:xfrm>
        <a:prstGeom prst="rect">
          <a:avLst/>
        </a:prstGeom>
        <a:solidFill>
          <a:srgbClr val="00B0F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66725">
            <a:lnSpc>
              <a:spcPct val="90000"/>
            </a:lnSpc>
            <a:spcBef>
              <a:spcPct val="0"/>
            </a:spcBef>
            <a:spcAft>
              <a:spcPct val="35000"/>
            </a:spcAft>
            <a:buNone/>
          </a:pPr>
          <a:r>
            <a:rPr lang="en-US" sz="1050" kern="1200" dirty="0"/>
            <a:t>Phototrophs</a:t>
          </a:r>
        </a:p>
      </dsp:txBody>
      <dsp:txXfrm>
        <a:off x="7076470" y="1255124"/>
        <a:ext cx="826809" cy="333409"/>
      </dsp:txXfrm>
    </dsp:sp>
    <dsp:sp modelId="{C9E9F3CC-11F9-DB4B-B922-E71A4B297212}">
      <dsp:nvSpPr>
        <dsp:cNvPr id="0" name=""/>
        <dsp:cNvSpPr/>
      </dsp:nvSpPr>
      <dsp:spPr>
        <a:xfrm>
          <a:off x="7156465" y="1728566"/>
          <a:ext cx="666819" cy="333409"/>
        </a:xfrm>
        <a:prstGeom prst="rect">
          <a:avLst/>
        </a:prstGeom>
        <a:solidFill>
          <a:srgbClr val="00B0F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Carbon Source</a:t>
          </a:r>
        </a:p>
      </dsp:txBody>
      <dsp:txXfrm>
        <a:off x="7156465" y="1728566"/>
        <a:ext cx="666819" cy="333409"/>
      </dsp:txXfrm>
    </dsp:sp>
    <dsp:sp modelId="{FA16607D-1B81-9A48-B667-DA01C8E4BD74}">
      <dsp:nvSpPr>
        <dsp:cNvPr id="0" name=""/>
        <dsp:cNvSpPr/>
      </dsp:nvSpPr>
      <dsp:spPr>
        <a:xfrm>
          <a:off x="6506614" y="2202008"/>
          <a:ext cx="666819"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Organic compounds</a:t>
          </a:r>
        </a:p>
      </dsp:txBody>
      <dsp:txXfrm>
        <a:off x="6506614" y="2202008"/>
        <a:ext cx="666819" cy="333409"/>
      </dsp:txXfrm>
    </dsp:sp>
    <dsp:sp modelId="{4E814A77-EAB9-A847-92F8-CFFC55E43EE7}">
      <dsp:nvSpPr>
        <dsp:cNvPr id="0" name=""/>
        <dsp:cNvSpPr/>
      </dsp:nvSpPr>
      <dsp:spPr>
        <a:xfrm>
          <a:off x="6437274" y="2675450"/>
          <a:ext cx="805498" cy="333409"/>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Photoheterotrophs</a:t>
          </a:r>
        </a:p>
      </dsp:txBody>
      <dsp:txXfrm>
        <a:off x="6437274" y="2675450"/>
        <a:ext cx="805498" cy="333409"/>
      </dsp:txXfrm>
    </dsp:sp>
    <dsp:sp modelId="{0C04164C-DA43-744B-9640-71A33DCBC2AB}">
      <dsp:nvSpPr>
        <dsp:cNvPr id="0" name=""/>
        <dsp:cNvSpPr/>
      </dsp:nvSpPr>
      <dsp:spPr>
        <a:xfrm>
          <a:off x="6638649" y="3148892"/>
          <a:ext cx="1027635" cy="444575"/>
        </a:xfrm>
        <a:prstGeom prst="rect">
          <a:avLst/>
        </a:prstGeom>
        <a:solidFill>
          <a:schemeClr val="accent6">
            <a:alpha val="3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Green </a:t>
          </a:r>
          <a:r>
            <a:rPr lang="en-US" sz="800" kern="1200" dirty="0" err="1"/>
            <a:t>nonsulfur</a:t>
          </a:r>
          <a:r>
            <a:rPr lang="en-US" sz="800" kern="1200" dirty="0"/>
            <a:t> bacteria, purple </a:t>
          </a:r>
          <a:r>
            <a:rPr lang="en-US" sz="800" kern="1200" dirty="0" err="1"/>
            <a:t>nonsulfur</a:t>
          </a:r>
          <a:r>
            <a:rPr lang="en-US" sz="800" kern="1200" dirty="0"/>
            <a:t> bacteria</a:t>
          </a:r>
        </a:p>
      </dsp:txBody>
      <dsp:txXfrm>
        <a:off x="6638649" y="3148892"/>
        <a:ext cx="1027635" cy="444575"/>
      </dsp:txXfrm>
    </dsp:sp>
    <dsp:sp modelId="{0A71A78D-E909-BF41-8219-838C2C89FCC2}">
      <dsp:nvSpPr>
        <dsp:cNvPr id="0" name=""/>
        <dsp:cNvSpPr/>
      </dsp:nvSpPr>
      <dsp:spPr>
        <a:xfrm>
          <a:off x="7806317" y="2202008"/>
          <a:ext cx="666819" cy="333409"/>
        </a:xfrm>
        <a:prstGeom prst="rect">
          <a:avLst/>
        </a:prstGeom>
        <a:solidFill>
          <a:srgbClr val="00B0F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CO</a:t>
          </a:r>
          <a:r>
            <a:rPr lang="en-US" sz="800" kern="1200" baseline="-25000" dirty="0"/>
            <a:t>2</a:t>
          </a:r>
          <a:endParaRPr lang="en-US" sz="800" kern="1200" dirty="0"/>
        </a:p>
      </dsp:txBody>
      <dsp:txXfrm>
        <a:off x="7806317" y="2202008"/>
        <a:ext cx="666819" cy="333409"/>
      </dsp:txXfrm>
    </dsp:sp>
    <dsp:sp modelId="{69B241A1-06BE-4B49-9D38-40A9F75BD9C5}">
      <dsp:nvSpPr>
        <dsp:cNvPr id="0" name=""/>
        <dsp:cNvSpPr/>
      </dsp:nvSpPr>
      <dsp:spPr>
        <a:xfrm>
          <a:off x="7751385" y="2675450"/>
          <a:ext cx="776684" cy="333409"/>
        </a:xfrm>
        <a:prstGeom prst="rect">
          <a:avLst/>
        </a:prstGeom>
        <a:solidFill>
          <a:srgbClr val="00B0F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Photoautotrophs</a:t>
          </a:r>
        </a:p>
      </dsp:txBody>
      <dsp:txXfrm>
        <a:off x="7751385" y="2675450"/>
        <a:ext cx="776684" cy="333409"/>
      </dsp:txXfrm>
    </dsp:sp>
    <dsp:sp modelId="{8812CDD5-0B45-EC4F-9173-20421C1F359F}">
      <dsp:nvSpPr>
        <dsp:cNvPr id="0" name=""/>
        <dsp:cNvSpPr/>
      </dsp:nvSpPr>
      <dsp:spPr>
        <a:xfrm>
          <a:off x="7806317" y="3148892"/>
          <a:ext cx="666819" cy="333409"/>
        </a:xfrm>
        <a:prstGeom prst="rect">
          <a:avLst/>
        </a:prstGeom>
        <a:solidFill>
          <a:srgbClr val="00B0F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Use H2O to reduce CO2?</a:t>
          </a:r>
        </a:p>
      </dsp:txBody>
      <dsp:txXfrm>
        <a:off x="7806317" y="3148892"/>
        <a:ext cx="666819" cy="333409"/>
      </dsp:txXfrm>
    </dsp:sp>
    <dsp:sp modelId="{FA81F937-48A2-7144-9438-CF9267137C70}">
      <dsp:nvSpPr>
        <dsp:cNvPr id="0" name=""/>
        <dsp:cNvSpPr/>
      </dsp:nvSpPr>
      <dsp:spPr>
        <a:xfrm>
          <a:off x="7973022" y="3622334"/>
          <a:ext cx="1845263" cy="561578"/>
        </a:xfrm>
        <a:prstGeom prst="rect">
          <a:avLst/>
        </a:prstGeom>
        <a:solidFill>
          <a:srgbClr val="00B0F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Yes, oxygenic photosynthesis (plants, algae, cyanobacteria)</a:t>
          </a:r>
        </a:p>
      </dsp:txBody>
      <dsp:txXfrm>
        <a:off x="7973022" y="3622334"/>
        <a:ext cx="1845263" cy="561578"/>
      </dsp:txXfrm>
    </dsp:sp>
    <dsp:sp modelId="{81052660-A12F-A048-B90B-4C6628FADFEA}">
      <dsp:nvSpPr>
        <dsp:cNvPr id="0" name=""/>
        <dsp:cNvSpPr/>
      </dsp:nvSpPr>
      <dsp:spPr>
        <a:xfrm>
          <a:off x="7973022" y="4304024"/>
          <a:ext cx="1845263" cy="641033"/>
        </a:xfrm>
        <a:prstGeom prst="rect">
          <a:avLst/>
        </a:prstGeom>
        <a:solidFill>
          <a:srgbClr val="00B0F0"/>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No, Anoxygenic photosynthetic bacteria (green and purple bacteria)</a:t>
          </a:r>
        </a:p>
      </dsp:txBody>
      <dsp:txXfrm>
        <a:off x="7973022" y="4304024"/>
        <a:ext cx="1845263" cy="64103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30F5FC-6BEC-7440-9675-8A25A483FA22}">
      <dsp:nvSpPr>
        <dsp:cNvPr id="0" name=""/>
        <dsp:cNvSpPr/>
      </dsp:nvSpPr>
      <dsp:spPr>
        <a:xfrm>
          <a:off x="3304662" y="1490"/>
          <a:ext cx="1792845" cy="1792845"/>
        </a:xfrm>
        <a:prstGeom prst="ellips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Inorganic carbon in the lithosphere, ocean and atmosphere</a:t>
          </a:r>
        </a:p>
      </dsp:txBody>
      <dsp:txXfrm>
        <a:off x="3567218" y="264046"/>
        <a:ext cx="1267733" cy="1267733"/>
      </dsp:txXfrm>
    </dsp:sp>
    <dsp:sp modelId="{95A09DDD-FCDF-7D4A-BDD7-94077CC7CF29}">
      <dsp:nvSpPr>
        <dsp:cNvPr id="0" name=""/>
        <dsp:cNvSpPr/>
      </dsp:nvSpPr>
      <dsp:spPr>
        <a:xfrm rot="2700000">
          <a:off x="4904958" y="1537249"/>
          <a:ext cx="476010" cy="605085"/>
        </a:xfrm>
        <a:prstGeom prst="rightArrow">
          <a:avLst>
            <a:gd name="adj1" fmla="val 60000"/>
            <a:gd name="adj2" fmla="val 5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4925871" y="1607778"/>
        <a:ext cx="333207" cy="363051"/>
      </dsp:txXfrm>
    </dsp:sp>
    <dsp:sp modelId="{D778625E-0A98-6844-B87F-FC442C571990}">
      <dsp:nvSpPr>
        <dsp:cNvPr id="0" name=""/>
        <dsp:cNvSpPr/>
      </dsp:nvSpPr>
      <dsp:spPr>
        <a:xfrm>
          <a:off x="5207471" y="1904300"/>
          <a:ext cx="1792845" cy="1792845"/>
        </a:xfrm>
        <a:prstGeom prst="ellipse">
          <a:avLst/>
        </a:prstGeom>
        <a:gradFill rotWithShape="0">
          <a:gsLst>
            <a:gs pos="0">
              <a:schemeClr val="accent5">
                <a:hueOff val="-2252848"/>
                <a:satOff val="-5806"/>
                <a:lumOff val="-3922"/>
                <a:alphaOff val="0"/>
                <a:satMod val="103000"/>
                <a:lumMod val="102000"/>
                <a:tint val="94000"/>
              </a:schemeClr>
            </a:gs>
            <a:gs pos="50000">
              <a:schemeClr val="accent5">
                <a:hueOff val="-2252848"/>
                <a:satOff val="-5806"/>
                <a:lumOff val="-3922"/>
                <a:alphaOff val="0"/>
                <a:satMod val="110000"/>
                <a:lumMod val="100000"/>
                <a:shade val="100000"/>
              </a:schemeClr>
            </a:gs>
            <a:gs pos="100000">
              <a:schemeClr val="accent5">
                <a:hueOff val="-2252848"/>
                <a:satOff val="-5806"/>
                <a:lumOff val="-392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Fixation by chemoautotrophs and photoautotrophs</a:t>
          </a:r>
        </a:p>
      </dsp:txBody>
      <dsp:txXfrm>
        <a:off x="5470027" y="2166856"/>
        <a:ext cx="1267733" cy="1267733"/>
      </dsp:txXfrm>
    </dsp:sp>
    <dsp:sp modelId="{6DD3389C-D49D-3549-BD87-09FDC9F83AA3}">
      <dsp:nvSpPr>
        <dsp:cNvPr id="0" name=""/>
        <dsp:cNvSpPr/>
      </dsp:nvSpPr>
      <dsp:spPr>
        <a:xfrm rot="8100000">
          <a:off x="4924010" y="3440059"/>
          <a:ext cx="476010" cy="605085"/>
        </a:xfrm>
        <a:prstGeom prst="rightArrow">
          <a:avLst>
            <a:gd name="adj1" fmla="val 60000"/>
            <a:gd name="adj2" fmla="val 50000"/>
          </a:avLst>
        </a:prstGeom>
        <a:gradFill rotWithShape="0">
          <a:gsLst>
            <a:gs pos="0">
              <a:schemeClr val="accent5">
                <a:hueOff val="-2252848"/>
                <a:satOff val="-5806"/>
                <a:lumOff val="-3922"/>
                <a:alphaOff val="0"/>
                <a:satMod val="103000"/>
                <a:lumMod val="102000"/>
                <a:tint val="94000"/>
              </a:schemeClr>
            </a:gs>
            <a:gs pos="50000">
              <a:schemeClr val="accent5">
                <a:hueOff val="-2252848"/>
                <a:satOff val="-5806"/>
                <a:lumOff val="-3922"/>
                <a:alphaOff val="0"/>
                <a:satMod val="110000"/>
                <a:lumMod val="100000"/>
                <a:shade val="100000"/>
              </a:schemeClr>
            </a:gs>
            <a:gs pos="100000">
              <a:schemeClr val="accent5">
                <a:hueOff val="-2252848"/>
                <a:satOff val="-5806"/>
                <a:lumOff val="-3922"/>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5045900" y="3510588"/>
        <a:ext cx="333207" cy="363051"/>
      </dsp:txXfrm>
    </dsp:sp>
    <dsp:sp modelId="{A32FD4E3-F6D0-0246-964E-A47D05FA8164}">
      <dsp:nvSpPr>
        <dsp:cNvPr id="0" name=""/>
        <dsp:cNvSpPr/>
      </dsp:nvSpPr>
      <dsp:spPr>
        <a:xfrm>
          <a:off x="3304662" y="3807110"/>
          <a:ext cx="1792845" cy="1792845"/>
        </a:xfrm>
        <a:prstGeom prst="ellipse">
          <a:avLst/>
        </a:prstGeom>
        <a:gradFill rotWithShape="0">
          <a:gsLst>
            <a:gs pos="0">
              <a:schemeClr val="accent5">
                <a:hueOff val="-4505695"/>
                <a:satOff val="-11613"/>
                <a:lumOff val="-7843"/>
                <a:alphaOff val="0"/>
                <a:satMod val="103000"/>
                <a:lumMod val="102000"/>
                <a:tint val="94000"/>
              </a:schemeClr>
            </a:gs>
            <a:gs pos="50000">
              <a:schemeClr val="accent5">
                <a:hueOff val="-4505695"/>
                <a:satOff val="-11613"/>
                <a:lumOff val="-7843"/>
                <a:alphaOff val="0"/>
                <a:satMod val="110000"/>
                <a:lumMod val="100000"/>
                <a:shade val="100000"/>
              </a:schemeClr>
            </a:gs>
            <a:gs pos="100000">
              <a:schemeClr val="accent5">
                <a:hueOff val="-4505695"/>
                <a:satOff val="-11613"/>
                <a:lumOff val="-784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Organic carbon available to higher trophic levels </a:t>
          </a:r>
        </a:p>
      </dsp:txBody>
      <dsp:txXfrm>
        <a:off x="3567218" y="4069666"/>
        <a:ext cx="1267733" cy="1267733"/>
      </dsp:txXfrm>
    </dsp:sp>
    <dsp:sp modelId="{5E017F74-F42C-B54B-B5FD-7487DBD385B7}">
      <dsp:nvSpPr>
        <dsp:cNvPr id="0" name=""/>
        <dsp:cNvSpPr/>
      </dsp:nvSpPr>
      <dsp:spPr>
        <a:xfrm rot="13500000">
          <a:off x="3021200" y="3459111"/>
          <a:ext cx="476010" cy="605085"/>
        </a:xfrm>
        <a:prstGeom prst="rightArrow">
          <a:avLst>
            <a:gd name="adj1" fmla="val 60000"/>
            <a:gd name="adj2" fmla="val 50000"/>
          </a:avLst>
        </a:prstGeom>
        <a:gradFill rotWithShape="0">
          <a:gsLst>
            <a:gs pos="0">
              <a:schemeClr val="accent5">
                <a:hueOff val="-4505695"/>
                <a:satOff val="-11613"/>
                <a:lumOff val="-7843"/>
                <a:alphaOff val="0"/>
                <a:satMod val="103000"/>
                <a:lumMod val="102000"/>
                <a:tint val="94000"/>
              </a:schemeClr>
            </a:gs>
            <a:gs pos="50000">
              <a:schemeClr val="accent5">
                <a:hueOff val="-4505695"/>
                <a:satOff val="-11613"/>
                <a:lumOff val="-7843"/>
                <a:alphaOff val="0"/>
                <a:satMod val="110000"/>
                <a:lumMod val="100000"/>
                <a:shade val="100000"/>
              </a:schemeClr>
            </a:gs>
            <a:gs pos="100000">
              <a:schemeClr val="accent5">
                <a:hueOff val="-4505695"/>
                <a:satOff val="-11613"/>
                <a:lumOff val="-7843"/>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3143090" y="3630616"/>
        <a:ext cx="333207" cy="363051"/>
      </dsp:txXfrm>
    </dsp:sp>
    <dsp:sp modelId="{85D32C1A-C675-8F45-9944-732EE0E7DB29}">
      <dsp:nvSpPr>
        <dsp:cNvPr id="0" name=""/>
        <dsp:cNvSpPr/>
      </dsp:nvSpPr>
      <dsp:spPr>
        <a:xfrm>
          <a:off x="1401852" y="1904300"/>
          <a:ext cx="1792845" cy="1792845"/>
        </a:xfrm>
        <a:prstGeom prst="ellipse">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Organic carbon transformed into inorganic carbon by respiration, decomposition and fossil fuel burning</a:t>
          </a:r>
        </a:p>
      </dsp:txBody>
      <dsp:txXfrm>
        <a:off x="1664408" y="2166856"/>
        <a:ext cx="1267733" cy="1267733"/>
      </dsp:txXfrm>
    </dsp:sp>
    <dsp:sp modelId="{D9B25F99-6986-1244-A8F5-9C047E437436}">
      <dsp:nvSpPr>
        <dsp:cNvPr id="0" name=""/>
        <dsp:cNvSpPr/>
      </dsp:nvSpPr>
      <dsp:spPr>
        <a:xfrm rot="18900000">
          <a:off x="3002148" y="1556302"/>
          <a:ext cx="476010" cy="605085"/>
        </a:xfrm>
        <a:prstGeom prst="rightArrow">
          <a:avLst>
            <a:gd name="adj1" fmla="val 60000"/>
            <a:gd name="adj2" fmla="val 50000"/>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023061" y="1727807"/>
        <a:ext cx="333207" cy="363051"/>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A45EC9-C1FB-D445-A6D4-05A781EE55D4}" type="datetimeFigureOut">
              <a:rPr lang="en-US" smtClean="0"/>
              <a:t>12/7/20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1145D0-E9D0-D242-825B-FF8AEAA52A80}" type="slidenum">
              <a:rPr lang="en-US" smtClean="0"/>
              <a:t>‹#›</a:t>
            </a:fld>
            <a:endParaRPr lang="en-US"/>
          </a:p>
        </p:txBody>
      </p:sp>
    </p:spTree>
    <p:extLst>
      <p:ext uri="{BB962C8B-B14F-4D97-AF65-F5344CB8AC3E}">
        <p14:creationId xmlns:p14="http://schemas.microsoft.com/office/powerpoint/2010/main" val="2373736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145D0-E9D0-D242-825B-FF8AEAA52A80}" type="slidenum">
              <a:rPr lang="en-US" smtClean="0"/>
              <a:t>2</a:t>
            </a:fld>
            <a:endParaRPr lang="en-US"/>
          </a:p>
        </p:txBody>
      </p:sp>
    </p:spTree>
    <p:extLst>
      <p:ext uri="{BB962C8B-B14F-4D97-AF65-F5344CB8AC3E}">
        <p14:creationId xmlns:p14="http://schemas.microsoft.com/office/powerpoint/2010/main" val="2330286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carbon important?</a:t>
            </a:r>
          </a:p>
          <a:p>
            <a:endParaRPr lang="en-US" dirty="0"/>
          </a:p>
          <a:p>
            <a:r>
              <a:rPr lang="en-US" dirty="0"/>
              <a:t>It is the most important element to life. Without it life as we know it would not exist. Carbon is the main element used in the organic compounds we find on Earth. </a:t>
            </a:r>
          </a:p>
          <a:p>
            <a:endParaRPr lang="en-US" dirty="0"/>
          </a:p>
          <a:p>
            <a:r>
              <a:rPr lang="en-US" dirty="0"/>
              <a:t>But why carbon and why not any other element? Because carbon is a promiscuous element, meaning it can bond with with lots of other elements, as well as itself. So it can form the nearly 10 million carbon based compounds we see in life on this planet. It can bond in different ways: it can form stable bonds with elements like hydrogen, less stable more reactive bonds with elements like oxygen, it can also form lots of different shaped molecules. </a:t>
            </a:r>
          </a:p>
          <a:p>
            <a:endParaRPr lang="en-US" dirty="0"/>
          </a:p>
          <a:p>
            <a:r>
              <a:rPr lang="en-US" dirty="0"/>
              <a:t>Those millions of compounds fall into four major groups, that you might be familiar with: carbohydrates (sugars/starches that provide and stores energy), lipids (fats/oils that store energy, forms cell membranes, carries messages), proteins (enzymes/antibodies, that helps cells keep their shape, makes muscles, speeds chemical reactions, carries messages and materials) and nucleic acids (DNA/RNA instructions for proteins, passes genetic instructions to offspring). </a:t>
            </a:r>
          </a:p>
          <a:p>
            <a:endParaRPr lang="en-US" dirty="0"/>
          </a:p>
        </p:txBody>
      </p:sp>
      <p:sp>
        <p:nvSpPr>
          <p:cNvPr id="4" name="Slide Number Placeholder 3"/>
          <p:cNvSpPr>
            <a:spLocks noGrp="1"/>
          </p:cNvSpPr>
          <p:nvPr>
            <p:ph type="sldNum" sz="quarter" idx="5"/>
          </p:nvPr>
        </p:nvSpPr>
        <p:spPr/>
        <p:txBody>
          <a:bodyPr/>
          <a:lstStyle/>
          <a:p>
            <a:fld id="{0A1145D0-E9D0-D242-825B-FF8AEAA52A80}" type="slidenum">
              <a:rPr lang="en-US" smtClean="0"/>
              <a:t>3</a:t>
            </a:fld>
            <a:endParaRPr lang="en-US"/>
          </a:p>
        </p:txBody>
      </p:sp>
    </p:spTree>
    <p:extLst>
      <p:ext uri="{BB962C8B-B14F-4D97-AF65-F5344CB8AC3E}">
        <p14:creationId xmlns:p14="http://schemas.microsoft.com/office/powerpoint/2010/main" val="3641934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carbon cycle?</a:t>
            </a:r>
          </a:p>
          <a:p>
            <a:endParaRPr lang="en-US" dirty="0"/>
          </a:p>
          <a:p>
            <a:r>
              <a:rPr lang="en-US" dirty="0"/>
              <a:t>The carbon cycle is the biogeochemical cycle by which carbon is exchanged between the biosphere (the global ecosystem of living things), pedosphere (the soil layer), geosphere (the rock layer), hydrosphere (oceans and aquatic systems) and atmosphere of the Earth. </a:t>
            </a:r>
          </a:p>
          <a:p>
            <a:endParaRPr lang="en-US" dirty="0"/>
          </a:p>
          <a:p>
            <a:r>
              <a:rPr lang="en-US" dirty="0"/>
              <a:t>The carbon cycle is composed of geological and biological processes.</a:t>
            </a:r>
          </a:p>
          <a:p>
            <a:endParaRPr lang="en-US" dirty="0"/>
          </a:p>
          <a:p>
            <a:r>
              <a:rPr lang="en-US" dirty="0"/>
              <a:t>Geological processes include chemical rock weathering, volcanic degassing and metamorphism where during subduction and mountain building, rocks may release CO2.</a:t>
            </a:r>
          </a:p>
          <a:p>
            <a:r>
              <a:rPr lang="en-US" dirty="0"/>
              <a:t>Biological processes include carbon fixation (via photosynthesis or chemosynthesis), transfer of organic carbon to higher trophic levels and transformation of organic carbon to inorganic carbon (such as </a:t>
            </a:r>
            <a:r>
              <a:rPr lang="en-GB" sz="1200" dirty="0"/>
              <a:t>carbon dioxide, carbonic acid, bicarbonate, and carbonate) </a:t>
            </a:r>
            <a:r>
              <a:rPr lang="en-US" dirty="0"/>
              <a:t>through respiration, decomposition and fossil fuel burning.</a:t>
            </a:r>
          </a:p>
        </p:txBody>
      </p:sp>
      <p:sp>
        <p:nvSpPr>
          <p:cNvPr id="4" name="Slide Number Placeholder 3"/>
          <p:cNvSpPr>
            <a:spLocks noGrp="1"/>
          </p:cNvSpPr>
          <p:nvPr>
            <p:ph type="sldNum" sz="quarter" idx="5"/>
          </p:nvPr>
        </p:nvSpPr>
        <p:spPr/>
        <p:txBody>
          <a:bodyPr/>
          <a:lstStyle/>
          <a:p>
            <a:fld id="{0A1145D0-E9D0-D242-825B-FF8AEAA52A80}" type="slidenum">
              <a:rPr lang="en-US" smtClean="0"/>
              <a:t>4</a:t>
            </a:fld>
            <a:endParaRPr lang="en-US"/>
          </a:p>
        </p:txBody>
      </p:sp>
    </p:spTree>
    <p:extLst>
      <p:ext uri="{BB962C8B-B14F-4D97-AF65-F5344CB8AC3E}">
        <p14:creationId xmlns:p14="http://schemas.microsoft.com/office/powerpoint/2010/main" val="3451661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carbon fixation?</a:t>
            </a:r>
          </a:p>
          <a:p>
            <a:endParaRPr lang="en-US" dirty="0"/>
          </a:p>
          <a:p>
            <a:r>
              <a:rPr lang="en-US" dirty="0"/>
              <a:t>Carbon fixation refer to the way in which inorganic carbon is transformed into organic carbon.</a:t>
            </a:r>
          </a:p>
          <a:p>
            <a:endParaRPr lang="en-US" dirty="0"/>
          </a:p>
          <a:p>
            <a:r>
              <a:rPr lang="en-US" dirty="0"/>
              <a:t>Carbon fixation can occur via two mechanisms: chemoautotrophy where inorganic carbon is fixed using chemical energy (the sort of thing you might find in hydrothermal vents) and </a:t>
            </a:r>
            <a:r>
              <a:rPr lang="en-US" dirty="0" err="1"/>
              <a:t>photoautotrophy</a:t>
            </a:r>
            <a:r>
              <a:rPr lang="en-US" dirty="0"/>
              <a:t> where inorganic carbon is fixed using light energy (that we are more familiar with in plants).</a:t>
            </a:r>
          </a:p>
        </p:txBody>
      </p:sp>
      <p:sp>
        <p:nvSpPr>
          <p:cNvPr id="4" name="Slide Number Placeholder 3"/>
          <p:cNvSpPr>
            <a:spLocks noGrp="1"/>
          </p:cNvSpPr>
          <p:nvPr>
            <p:ph type="sldNum" sz="quarter" idx="5"/>
          </p:nvPr>
        </p:nvSpPr>
        <p:spPr/>
        <p:txBody>
          <a:bodyPr/>
          <a:lstStyle/>
          <a:p>
            <a:fld id="{0A1145D0-E9D0-D242-825B-FF8AEAA52A80}" type="slidenum">
              <a:rPr lang="en-US" smtClean="0"/>
              <a:t>5</a:t>
            </a:fld>
            <a:endParaRPr lang="en-US"/>
          </a:p>
        </p:txBody>
      </p:sp>
    </p:spTree>
    <p:extLst>
      <p:ext uri="{BB962C8B-B14F-4D97-AF65-F5344CB8AC3E}">
        <p14:creationId xmlns:p14="http://schemas.microsoft.com/office/powerpoint/2010/main" val="2894383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a redox reaction and why is it important to carbon fixation and the biological processes of the carbon cycle?</a:t>
            </a:r>
          </a:p>
          <a:p>
            <a:endParaRPr lang="en-US" dirty="0"/>
          </a:p>
          <a:p>
            <a:r>
              <a:rPr lang="en-US" dirty="0"/>
              <a:t>Redox stands for reduction-oxidation reaction and describes a </a:t>
            </a:r>
            <a:r>
              <a:rPr lang="en-GB" dirty="0"/>
              <a:t>chemical reaction that involves a transfer of electrons between two species. </a:t>
            </a:r>
          </a:p>
          <a:p>
            <a:r>
              <a:rPr lang="en-GB" dirty="0"/>
              <a:t>Electrons are the money of chemistry. Who has them? Who wants them? Electrons allow atoms to bond with other atoms to form molecules (so electrons are the currency that allow carbon to make all the amazing molecules like DNA and proteins that we need for life) </a:t>
            </a:r>
          </a:p>
          <a:p>
            <a:endParaRPr lang="en-GB" dirty="0"/>
          </a:p>
          <a:p>
            <a:r>
              <a:rPr lang="en-GB" dirty="0"/>
              <a:t>Reduction is when a substance gains electrons. Oxidation is when a substance loses electrons. </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A1145D0-E9D0-D242-825B-FF8AEAA52A80}" type="slidenum">
              <a:rPr lang="en-US" smtClean="0"/>
              <a:t>6</a:t>
            </a:fld>
            <a:endParaRPr lang="en-US"/>
          </a:p>
        </p:txBody>
      </p:sp>
    </p:spTree>
    <p:extLst>
      <p:ext uri="{BB962C8B-B14F-4D97-AF65-F5344CB8AC3E}">
        <p14:creationId xmlns:p14="http://schemas.microsoft.com/office/powerpoint/2010/main" val="4043613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Under Earth surface conditions, the addition of hydrogen atoms to carbon requires addition of energy (primary production like photosynthesis or chemosynthesis), while oxidation of carbon-hydrogen yields energy (respiration). Oxidation of C-H bonds forms basis of energy production for all life.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Photosynthesis takes carbon dioxide from the environment then uses the carbon fixation process to convert it to organic compounds such as sugars (water + carbon dioxide + light energy = simple carbohydrate).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can see this with glucose production: 6 </a:t>
            </a:r>
            <a:r>
              <a:rPr lang="en-US" dirty="0" err="1"/>
              <a:t>mols</a:t>
            </a:r>
            <a:r>
              <a:rPr lang="en-US" dirty="0"/>
              <a:t> of carbon dioxide plus 6 </a:t>
            </a:r>
            <a:r>
              <a:rPr lang="en-US" dirty="0" err="1"/>
              <a:t>mols</a:t>
            </a:r>
            <a:r>
              <a:rPr lang="en-US" dirty="0"/>
              <a:t> of water plus light energy yields a </a:t>
            </a:r>
            <a:r>
              <a:rPr lang="en-US" dirty="0" err="1"/>
              <a:t>mol</a:t>
            </a:r>
            <a:r>
              <a:rPr lang="en-US" dirty="0"/>
              <a:t> of glucose plus 6 </a:t>
            </a:r>
            <a:r>
              <a:rPr lang="en-US" dirty="0" err="1"/>
              <a:t>mols</a:t>
            </a:r>
            <a:r>
              <a:rPr lang="en-US" dirty="0"/>
              <a:t> of oxygen. Carbon here is reduced, going from oxidation number of plus 4 to 0 and oxygen goes from negative 2 to 0.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redox reaction, carbon is reduced (gains electrons and becomes negatively charged) and the oxygen is oxidized (losses electrons becomes positively charged).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carbohydrates produced by these carbon fixation reactions are the most sort after currency among Earths living things. Because organisms can use them in two ways: as building materials and as fuel. Some carbohydrates go through additional reactions to become the more complex carbon compounds mentioned earlier: starches, fats, proteins, nucleic acids.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Lots of carbon dioxide is released as the direct produce of cellular respiration. For mammals that happens mostly when we exhale. That carbon dioxide can be recycled immediately by photosynthesizes. For organisms that live in water the carbon they release largely ends up dissolved in that water and oceans and other surface water can also dissolve carbon dioxide directly from the air.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Like carbon fixation respiration in an extremely complex group of reactions. Respiration reaction is basically the reverse of carbon fixation. Carbohydrate react with oxygen to produce carbon dioxide, water and energy. Most commonly written with glucose. Like carbon fixation, it’s also a redox reaction. The oxygen is reduced from an oxidation number of 0 to negative 2, carbon is oxidized from 0 to +4. The cells of living things </a:t>
            </a:r>
            <a:r>
              <a:rPr lang="en-US" dirty="0" err="1"/>
              <a:t>reoxidize</a:t>
            </a:r>
            <a:r>
              <a:rPr lang="en-US" dirty="0"/>
              <a:t> the reduced carbon and </a:t>
            </a:r>
            <a:r>
              <a:rPr lang="en-US" dirty="0" err="1"/>
              <a:t>rereduce</a:t>
            </a:r>
            <a:r>
              <a:rPr lang="en-US" dirty="0"/>
              <a:t> the oxidized oxygen to produce all the energy that keeps living things alive.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Chemoautotrophs also use redox reactions to fix inorganic carbon into organic carbon. So redox reactions are at the heart of the biological processes driving the carbon cycle.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Carbon dioxide reacts with water to form carbonic acid, a weak acid that dissociates into hydrogen and </a:t>
            </a:r>
            <a:r>
              <a:rPr lang="en-US" dirty="0" err="1"/>
              <a:t>biocarbonate</a:t>
            </a:r>
            <a:r>
              <a:rPr lang="en-US" dirty="0"/>
              <a:t> ions. The hydrogen ions can react with various rocks and other substances in fairly typical neutralization reactions. This results in weathering.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carbonate ions have a whole bunch of functions especially in marine animals which use them to build their shells and skeletons in the form of calcium carbonate. The carbon remains trapped there until those animals die and their structures break down which happens on huge slow geological timescales. If the conditions are just right (like the super high temperatures and pressures in the Earth’s crust) large deposits of calcium carbonate can eventually form rocks like limestone. 80% of all the carbon on Earth is locked up in rocks, as inorganic carbonates in the Earth’s crust, mantel or lithosphere. Fossil fuels count for only 0.006% of all the carbon on Earth. Those carbon deposits are made from dead organism like plants that managed to not have their carbon released. Coal, petroleum and natural gas. But this is leading me onto a whole other talk for another time… Let’s look a little closer at photoautotrophs and chemoautotrophs.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0A1145D0-E9D0-D242-825B-FF8AEAA52A80}" type="slidenum">
              <a:rPr lang="en-US" smtClean="0"/>
              <a:t>7</a:t>
            </a:fld>
            <a:endParaRPr lang="en-US"/>
          </a:p>
        </p:txBody>
      </p:sp>
    </p:spTree>
    <p:extLst>
      <p:ext uri="{BB962C8B-B14F-4D97-AF65-F5344CB8AC3E}">
        <p14:creationId xmlns:p14="http://schemas.microsoft.com/office/powerpoint/2010/main" val="753071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Chemoautotrophs (chemical self feeders) are organisms capable of reducing sufficient inorganic carbon to grow and reproduce in the absence of light energy and without an external organic carbon source.</a:t>
            </a:r>
          </a:p>
          <a:p>
            <a:endParaRPr lang="en-US" dirty="0"/>
          </a:p>
          <a:p>
            <a:r>
              <a:rPr lang="en-GB" dirty="0"/>
              <a:t>Chemoautotrophs are able to synthesize their own organic molecules from the fixation of carbon dioxide. These organisms are able to produce their own source of food, or energy. The energy required for this process comes from the oxidation of inorganic molecules such as iron, </a:t>
            </a:r>
            <a:r>
              <a:rPr lang="en-GB" dirty="0" err="1"/>
              <a:t>sulfur</a:t>
            </a:r>
            <a:r>
              <a:rPr lang="en-GB" dirty="0"/>
              <a:t> or magnesium. Chemoautotrophs are able to thrive in very harsh environments and include nitrogen fixing bacteria located in the soil, iron oxidizing bacteria located in the lava beds, and </a:t>
            </a:r>
            <a:r>
              <a:rPr lang="en-GB" dirty="0" err="1"/>
              <a:t>sulfur</a:t>
            </a:r>
            <a:r>
              <a:rPr lang="en-GB" dirty="0"/>
              <a:t> oxidizing bacteria located in deep sea thermal vents.</a:t>
            </a:r>
          </a:p>
          <a:p>
            <a:endParaRPr lang="en-US" dirty="0"/>
          </a:p>
          <a:p>
            <a:r>
              <a:rPr lang="en-US" dirty="0"/>
              <a:t>Likely evolved early in Earth’s history and exclusively carried out by archaea and bacteria.</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Chemoautotrophy supplies &lt;1% organic carbon to the planet but is an important process in sediments and anoxic basis and helps with nitrogen and sulphur cycling.</a:t>
            </a:r>
            <a:endParaRPr lang="en-US" dirty="0"/>
          </a:p>
          <a:p>
            <a:endParaRPr lang="en-US" dirty="0"/>
          </a:p>
        </p:txBody>
      </p:sp>
      <p:sp>
        <p:nvSpPr>
          <p:cNvPr id="4" name="Slide Number Placeholder 3"/>
          <p:cNvSpPr>
            <a:spLocks noGrp="1"/>
          </p:cNvSpPr>
          <p:nvPr>
            <p:ph type="sldNum" sz="quarter" idx="5"/>
          </p:nvPr>
        </p:nvSpPr>
        <p:spPr/>
        <p:txBody>
          <a:bodyPr/>
          <a:lstStyle/>
          <a:p>
            <a:fld id="{0A1145D0-E9D0-D242-825B-FF8AEAA52A80}" type="slidenum">
              <a:rPr lang="en-US" smtClean="0"/>
              <a:t>8</a:t>
            </a:fld>
            <a:endParaRPr lang="en-US"/>
          </a:p>
        </p:txBody>
      </p:sp>
    </p:spTree>
    <p:extLst>
      <p:ext uri="{BB962C8B-B14F-4D97-AF65-F5344CB8AC3E}">
        <p14:creationId xmlns:p14="http://schemas.microsoft.com/office/powerpoint/2010/main" val="42744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Photoautotrophy</a:t>
            </a:r>
            <a:r>
              <a:rPr lang="en-US" dirty="0"/>
              <a:t> (self feeding on light) biological conversion of light energy to the fixation of CO2, in the form of organic carbon compounds. </a:t>
            </a:r>
          </a:p>
          <a:p>
            <a:endParaRPr lang="en-US" dirty="0"/>
          </a:p>
          <a:p>
            <a:r>
              <a:rPr lang="en-US" dirty="0"/>
              <a:t>All photoautotrophs are photosynthetic, but not all photosynthetic organisms are photoautotrophs. Whilst many organisms can photosynthesize, many supplement their metabolic strategy with organic carbon, therefore they are not true photoautotrophs. </a:t>
            </a:r>
          </a:p>
          <a:p>
            <a:endParaRPr lang="en-US" dirty="0"/>
          </a:p>
          <a:p>
            <a:r>
              <a:rPr lang="en-US" dirty="0"/>
              <a:t>Photoautotrophs include cyanobacteria, algae and higher plants.</a:t>
            </a:r>
          </a:p>
        </p:txBody>
      </p:sp>
      <p:sp>
        <p:nvSpPr>
          <p:cNvPr id="4" name="Slide Number Placeholder 3"/>
          <p:cNvSpPr>
            <a:spLocks noGrp="1"/>
          </p:cNvSpPr>
          <p:nvPr>
            <p:ph type="sldNum" sz="quarter" idx="5"/>
          </p:nvPr>
        </p:nvSpPr>
        <p:spPr/>
        <p:txBody>
          <a:bodyPr/>
          <a:lstStyle/>
          <a:p>
            <a:fld id="{0A1145D0-E9D0-D242-825B-FF8AEAA52A80}" type="slidenum">
              <a:rPr lang="en-US" smtClean="0"/>
              <a:t>9</a:t>
            </a:fld>
            <a:endParaRPr lang="en-US"/>
          </a:p>
        </p:txBody>
      </p:sp>
    </p:spTree>
    <p:extLst>
      <p:ext uri="{BB962C8B-B14F-4D97-AF65-F5344CB8AC3E}">
        <p14:creationId xmlns:p14="http://schemas.microsoft.com/office/powerpoint/2010/main" val="3482019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 primary production Is defined as the fraction of photosynthetically produced carbon that is retained following all respiratory costs of photoautotrophs and is available to the next trophic level in the ecosystem. Whilst photosynthesis allows an organism to convert inorganic carbon to organic matter, it must also use some of that organic matter for it’s own metabolic demands. Net primary production is important because it sustains all heterotrophs, including us!</a:t>
            </a:r>
          </a:p>
          <a:p>
            <a:endParaRPr lang="en-US" baseline="0" dirty="0"/>
          </a:p>
          <a:p>
            <a:r>
              <a:rPr lang="en-US" baseline="0" dirty="0"/>
              <a:t>Satellite images of terrestrial vegetation and ocean water leaving radiances (i.e. the visible light scattered back to space from the ocean) can be used to construct global maps of NPP.</a:t>
            </a:r>
          </a:p>
          <a:p>
            <a:endParaRPr lang="en-US" baseline="0" dirty="0"/>
          </a:p>
          <a:p>
            <a:r>
              <a:rPr lang="en-US" baseline="0" dirty="0"/>
              <a:t>NPP can be limited by some of the major elements C H N O P S (</a:t>
            </a:r>
            <a:r>
              <a:rPr lang="en-GB" dirty="0"/>
              <a:t>carbon, hydrogen, nitrogen, oxygen, phosphorus, </a:t>
            </a:r>
            <a:r>
              <a:rPr lang="en-GB" dirty="0" err="1"/>
              <a:t>sulfur</a:t>
            </a:r>
            <a:r>
              <a:rPr lang="en-GB" dirty="0"/>
              <a:t>). CO2 and water limits NPP on land. Nitrogen and phosphorus limit NPP in oceans. </a:t>
            </a:r>
            <a:endParaRPr lang="en-US" dirty="0"/>
          </a:p>
          <a:p>
            <a:endParaRPr lang="en-US" dirty="0"/>
          </a:p>
        </p:txBody>
      </p:sp>
      <p:sp>
        <p:nvSpPr>
          <p:cNvPr id="4" name="Slide Number Placeholder 3"/>
          <p:cNvSpPr>
            <a:spLocks noGrp="1"/>
          </p:cNvSpPr>
          <p:nvPr>
            <p:ph type="sldNum" sz="quarter" idx="5"/>
          </p:nvPr>
        </p:nvSpPr>
        <p:spPr/>
        <p:txBody>
          <a:bodyPr/>
          <a:lstStyle/>
          <a:p>
            <a:fld id="{0A1145D0-E9D0-D242-825B-FF8AEAA52A80}" type="slidenum">
              <a:rPr lang="en-US" smtClean="0"/>
              <a:t>10</a:t>
            </a:fld>
            <a:endParaRPr lang="en-US"/>
          </a:p>
        </p:txBody>
      </p:sp>
    </p:spTree>
    <p:extLst>
      <p:ext uri="{BB962C8B-B14F-4D97-AF65-F5344CB8AC3E}">
        <p14:creationId xmlns:p14="http://schemas.microsoft.com/office/powerpoint/2010/main" val="3632526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a:t>
            </a:r>
          </a:p>
          <a:p>
            <a:r>
              <a:rPr lang="en-US" dirty="0"/>
              <a:t>	</a:t>
            </a:r>
          </a:p>
          <a:p>
            <a:r>
              <a:rPr lang="en-US" dirty="0"/>
              <a:t>Inorganic carbon is present in the lithosphere, the ocean and the atmosphere.</a:t>
            </a:r>
          </a:p>
          <a:p>
            <a:r>
              <a:rPr lang="en-US" dirty="0"/>
              <a:t>Inorganic carbon is fixed into organic carbon by chemoautotrophs using chemical energy, and photoautotrophs using light energy.</a:t>
            </a:r>
          </a:p>
          <a:p>
            <a:r>
              <a:rPr lang="en-US" dirty="0"/>
              <a:t>The net primary production is the organic carbon that is retained after all the metabolic costs of the primary producer. That organic carbon is then available to higher trophic levels, such as chemoheterotrophs.</a:t>
            </a:r>
          </a:p>
          <a:p>
            <a:r>
              <a:rPr lang="en-US" dirty="0"/>
              <a:t>Through respiration, decomposition (via fungi and bacteria), fossil fuel burning, organic carbon is transformed back into inorganic carbon.</a:t>
            </a:r>
          </a:p>
          <a:p>
            <a:endParaRPr lang="en-US" dirty="0"/>
          </a:p>
          <a:p>
            <a:r>
              <a:rPr lang="en-US" dirty="0"/>
              <a:t>And all the magic of the carbon cycle gives all living things on Earth the energy and materials to keep on living. And this is the only known example of life in the Universe.</a:t>
            </a:r>
          </a:p>
          <a:p>
            <a:endParaRPr lang="en-US" dirty="0"/>
          </a:p>
        </p:txBody>
      </p:sp>
      <p:sp>
        <p:nvSpPr>
          <p:cNvPr id="4" name="Slide Number Placeholder 3"/>
          <p:cNvSpPr>
            <a:spLocks noGrp="1"/>
          </p:cNvSpPr>
          <p:nvPr>
            <p:ph type="sldNum" sz="quarter" idx="5"/>
          </p:nvPr>
        </p:nvSpPr>
        <p:spPr/>
        <p:txBody>
          <a:bodyPr/>
          <a:lstStyle/>
          <a:p>
            <a:fld id="{0A1145D0-E9D0-D242-825B-FF8AEAA52A80}" type="slidenum">
              <a:rPr lang="en-US" smtClean="0"/>
              <a:t>11</a:t>
            </a:fld>
            <a:endParaRPr lang="en-US"/>
          </a:p>
        </p:txBody>
      </p:sp>
    </p:spTree>
    <p:extLst>
      <p:ext uri="{BB962C8B-B14F-4D97-AF65-F5344CB8AC3E}">
        <p14:creationId xmlns:p14="http://schemas.microsoft.com/office/powerpoint/2010/main" val="4189479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8EF71-775E-BD43-A2CE-47DC670641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CF40D60-43C6-5045-8BD7-BF4DB19CDC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91619C-2CF3-994E-B9CA-0345FAFE2157}"/>
              </a:ext>
            </a:extLst>
          </p:cNvPr>
          <p:cNvSpPr>
            <a:spLocks noGrp="1"/>
          </p:cNvSpPr>
          <p:nvPr>
            <p:ph type="dt" sz="half" idx="10"/>
          </p:nvPr>
        </p:nvSpPr>
        <p:spPr/>
        <p:txBody>
          <a:bodyPr/>
          <a:lstStyle/>
          <a:p>
            <a:fld id="{8D113E6C-9C53-294C-AFF8-65D538CA8F22}" type="datetimeFigureOut">
              <a:rPr lang="en-US" smtClean="0"/>
              <a:t>12/7/20</a:t>
            </a:fld>
            <a:endParaRPr lang="en-US"/>
          </a:p>
        </p:txBody>
      </p:sp>
      <p:sp>
        <p:nvSpPr>
          <p:cNvPr id="5" name="Footer Placeholder 4">
            <a:extLst>
              <a:ext uri="{FF2B5EF4-FFF2-40B4-BE49-F238E27FC236}">
                <a16:creationId xmlns:a16="http://schemas.microsoft.com/office/drawing/2014/main" id="{8FD6236A-4E89-CA46-96C6-8ADE4975F5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2452EE-5DD9-C842-9D5D-0C645BA48F7D}"/>
              </a:ext>
            </a:extLst>
          </p:cNvPr>
          <p:cNvSpPr>
            <a:spLocks noGrp="1"/>
          </p:cNvSpPr>
          <p:nvPr>
            <p:ph type="sldNum" sz="quarter" idx="12"/>
          </p:nvPr>
        </p:nvSpPr>
        <p:spPr/>
        <p:txBody>
          <a:bodyPr/>
          <a:lstStyle/>
          <a:p>
            <a:fld id="{845024F6-0DCE-B047-A81B-807EF45C05A1}" type="slidenum">
              <a:rPr lang="en-US" smtClean="0"/>
              <a:t>‹#›</a:t>
            </a:fld>
            <a:endParaRPr lang="en-US"/>
          </a:p>
        </p:txBody>
      </p:sp>
    </p:spTree>
    <p:extLst>
      <p:ext uri="{BB962C8B-B14F-4D97-AF65-F5344CB8AC3E}">
        <p14:creationId xmlns:p14="http://schemas.microsoft.com/office/powerpoint/2010/main" val="2386989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D278D-BFAB-F047-A7A0-BD717260A1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508419-1F96-6545-90E0-3ABAA712879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763F38-074A-1047-9C4D-1B18F4DD6491}"/>
              </a:ext>
            </a:extLst>
          </p:cNvPr>
          <p:cNvSpPr>
            <a:spLocks noGrp="1"/>
          </p:cNvSpPr>
          <p:nvPr>
            <p:ph type="dt" sz="half" idx="10"/>
          </p:nvPr>
        </p:nvSpPr>
        <p:spPr/>
        <p:txBody>
          <a:bodyPr/>
          <a:lstStyle/>
          <a:p>
            <a:fld id="{8D113E6C-9C53-294C-AFF8-65D538CA8F22}" type="datetimeFigureOut">
              <a:rPr lang="en-US" smtClean="0"/>
              <a:t>12/7/20</a:t>
            </a:fld>
            <a:endParaRPr lang="en-US"/>
          </a:p>
        </p:txBody>
      </p:sp>
      <p:sp>
        <p:nvSpPr>
          <p:cNvPr id="5" name="Footer Placeholder 4">
            <a:extLst>
              <a:ext uri="{FF2B5EF4-FFF2-40B4-BE49-F238E27FC236}">
                <a16:creationId xmlns:a16="http://schemas.microsoft.com/office/drawing/2014/main" id="{963834DE-EA77-B44B-B6C7-E6496661C7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4940E7-255C-F441-83ED-46A0CFB6BFF1}"/>
              </a:ext>
            </a:extLst>
          </p:cNvPr>
          <p:cNvSpPr>
            <a:spLocks noGrp="1"/>
          </p:cNvSpPr>
          <p:nvPr>
            <p:ph type="sldNum" sz="quarter" idx="12"/>
          </p:nvPr>
        </p:nvSpPr>
        <p:spPr/>
        <p:txBody>
          <a:bodyPr/>
          <a:lstStyle/>
          <a:p>
            <a:fld id="{845024F6-0DCE-B047-A81B-807EF45C05A1}" type="slidenum">
              <a:rPr lang="en-US" smtClean="0"/>
              <a:t>‹#›</a:t>
            </a:fld>
            <a:endParaRPr lang="en-US"/>
          </a:p>
        </p:txBody>
      </p:sp>
    </p:spTree>
    <p:extLst>
      <p:ext uri="{BB962C8B-B14F-4D97-AF65-F5344CB8AC3E}">
        <p14:creationId xmlns:p14="http://schemas.microsoft.com/office/powerpoint/2010/main" val="2522966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04166-B946-F849-9BB8-E90A6E512E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B9E514-C1AB-DB48-9183-0AA212FBEC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9D05755-C4FA-E943-81E2-08755AFFDAF3}"/>
              </a:ext>
            </a:extLst>
          </p:cNvPr>
          <p:cNvSpPr>
            <a:spLocks noGrp="1"/>
          </p:cNvSpPr>
          <p:nvPr>
            <p:ph type="dt" sz="half" idx="10"/>
          </p:nvPr>
        </p:nvSpPr>
        <p:spPr/>
        <p:txBody>
          <a:bodyPr/>
          <a:lstStyle/>
          <a:p>
            <a:fld id="{8D113E6C-9C53-294C-AFF8-65D538CA8F22}" type="datetimeFigureOut">
              <a:rPr lang="en-US" smtClean="0"/>
              <a:t>12/7/20</a:t>
            </a:fld>
            <a:endParaRPr lang="en-US"/>
          </a:p>
        </p:txBody>
      </p:sp>
      <p:sp>
        <p:nvSpPr>
          <p:cNvPr id="5" name="Footer Placeholder 4">
            <a:extLst>
              <a:ext uri="{FF2B5EF4-FFF2-40B4-BE49-F238E27FC236}">
                <a16:creationId xmlns:a16="http://schemas.microsoft.com/office/drawing/2014/main" id="{00287CA4-053D-5F43-8E97-E7ECB31327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338CDB-6473-2C43-8C63-6E3309AB7606}"/>
              </a:ext>
            </a:extLst>
          </p:cNvPr>
          <p:cNvSpPr>
            <a:spLocks noGrp="1"/>
          </p:cNvSpPr>
          <p:nvPr>
            <p:ph type="sldNum" sz="quarter" idx="12"/>
          </p:nvPr>
        </p:nvSpPr>
        <p:spPr/>
        <p:txBody>
          <a:bodyPr/>
          <a:lstStyle/>
          <a:p>
            <a:fld id="{845024F6-0DCE-B047-A81B-807EF45C05A1}" type="slidenum">
              <a:rPr lang="en-US" smtClean="0"/>
              <a:t>‹#›</a:t>
            </a:fld>
            <a:endParaRPr lang="en-US"/>
          </a:p>
        </p:txBody>
      </p:sp>
    </p:spTree>
    <p:extLst>
      <p:ext uri="{BB962C8B-B14F-4D97-AF65-F5344CB8AC3E}">
        <p14:creationId xmlns:p14="http://schemas.microsoft.com/office/powerpoint/2010/main" val="2716777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4604D-E613-3D4C-A2C6-5DF066B226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6863A3-E261-644A-B819-E6825A15D6E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7FECBB-2883-084C-9F72-AC146360F41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19DE771-06BB-904D-A62F-E7098EB3681E}"/>
              </a:ext>
            </a:extLst>
          </p:cNvPr>
          <p:cNvSpPr>
            <a:spLocks noGrp="1"/>
          </p:cNvSpPr>
          <p:nvPr>
            <p:ph type="dt" sz="half" idx="10"/>
          </p:nvPr>
        </p:nvSpPr>
        <p:spPr/>
        <p:txBody>
          <a:bodyPr/>
          <a:lstStyle/>
          <a:p>
            <a:fld id="{8D113E6C-9C53-294C-AFF8-65D538CA8F22}" type="datetimeFigureOut">
              <a:rPr lang="en-US" smtClean="0"/>
              <a:t>12/7/20</a:t>
            </a:fld>
            <a:endParaRPr lang="en-US"/>
          </a:p>
        </p:txBody>
      </p:sp>
      <p:sp>
        <p:nvSpPr>
          <p:cNvPr id="6" name="Footer Placeholder 5">
            <a:extLst>
              <a:ext uri="{FF2B5EF4-FFF2-40B4-BE49-F238E27FC236}">
                <a16:creationId xmlns:a16="http://schemas.microsoft.com/office/drawing/2014/main" id="{5B834938-7E5F-1445-AED0-859362A93B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B6E4F6-6F3A-EB48-9112-CFAF427821E1}"/>
              </a:ext>
            </a:extLst>
          </p:cNvPr>
          <p:cNvSpPr>
            <a:spLocks noGrp="1"/>
          </p:cNvSpPr>
          <p:nvPr>
            <p:ph type="sldNum" sz="quarter" idx="12"/>
          </p:nvPr>
        </p:nvSpPr>
        <p:spPr/>
        <p:txBody>
          <a:bodyPr/>
          <a:lstStyle/>
          <a:p>
            <a:fld id="{845024F6-0DCE-B047-A81B-807EF45C05A1}" type="slidenum">
              <a:rPr lang="en-US" smtClean="0"/>
              <a:t>‹#›</a:t>
            </a:fld>
            <a:endParaRPr lang="en-US"/>
          </a:p>
        </p:txBody>
      </p:sp>
    </p:spTree>
    <p:extLst>
      <p:ext uri="{BB962C8B-B14F-4D97-AF65-F5344CB8AC3E}">
        <p14:creationId xmlns:p14="http://schemas.microsoft.com/office/powerpoint/2010/main" val="679160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4E49A-2C59-9B4D-B23E-6C5E322CF4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00ECAA-5C09-5549-A17A-16FFD64D8F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E591423-05D3-1044-8ECF-8BEAA9CB070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188213-7188-3140-B44B-C1BF7BC12E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D70409F-D969-9F4F-98F8-9F90E6CC134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408EE1-D738-BB40-9561-2809CBD175D2}"/>
              </a:ext>
            </a:extLst>
          </p:cNvPr>
          <p:cNvSpPr>
            <a:spLocks noGrp="1"/>
          </p:cNvSpPr>
          <p:nvPr>
            <p:ph type="dt" sz="half" idx="10"/>
          </p:nvPr>
        </p:nvSpPr>
        <p:spPr/>
        <p:txBody>
          <a:bodyPr/>
          <a:lstStyle/>
          <a:p>
            <a:fld id="{8D113E6C-9C53-294C-AFF8-65D538CA8F22}" type="datetimeFigureOut">
              <a:rPr lang="en-US" smtClean="0"/>
              <a:t>12/7/20</a:t>
            </a:fld>
            <a:endParaRPr lang="en-US"/>
          </a:p>
        </p:txBody>
      </p:sp>
      <p:sp>
        <p:nvSpPr>
          <p:cNvPr id="8" name="Footer Placeholder 7">
            <a:extLst>
              <a:ext uri="{FF2B5EF4-FFF2-40B4-BE49-F238E27FC236}">
                <a16:creationId xmlns:a16="http://schemas.microsoft.com/office/drawing/2014/main" id="{2983CD64-D208-AD45-BF0D-61F386CE4F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1A14A2-CD2E-5B46-907A-8A7680388E8C}"/>
              </a:ext>
            </a:extLst>
          </p:cNvPr>
          <p:cNvSpPr>
            <a:spLocks noGrp="1"/>
          </p:cNvSpPr>
          <p:nvPr>
            <p:ph type="sldNum" sz="quarter" idx="12"/>
          </p:nvPr>
        </p:nvSpPr>
        <p:spPr/>
        <p:txBody>
          <a:bodyPr/>
          <a:lstStyle/>
          <a:p>
            <a:fld id="{845024F6-0DCE-B047-A81B-807EF45C05A1}" type="slidenum">
              <a:rPr lang="en-US" smtClean="0"/>
              <a:t>‹#›</a:t>
            </a:fld>
            <a:endParaRPr lang="en-US"/>
          </a:p>
        </p:txBody>
      </p:sp>
    </p:spTree>
    <p:extLst>
      <p:ext uri="{BB962C8B-B14F-4D97-AF65-F5344CB8AC3E}">
        <p14:creationId xmlns:p14="http://schemas.microsoft.com/office/powerpoint/2010/main" val="4037217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14E9F-3080-3846-BF9E-A920AF1FEB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1EE779-3DEE-1C4D-9148-9819B3AB5F24}"/>
              </a:ext>
            </a:extLst>
          </p:cNvPr>
          <p:cNvSpPr>
            <a:spLocks noGrp="1"/>
          </p:cNvSpPr>
          <p:nvPr>
            <p:ph type="dt" sz="half" idx="10"/>
          </p:nvPr>
        </p:nvSpPr>
        <p:spPr/>
        <p:txBody>
          <a:bodyPr/>
          <a:lstStyle/>
          <a:p>
            <a:fld id="{8D113E6C-9C53-294C-AFF8-65D538CA8F22}" type="datetimeFigureOut">
              <a:rPr lang="en-US" smtClean="0"/>
              <a:t>12/7/20</a:t>
            </a:fld>
            <a:endParaRPr lang="en-US"/>
          </a:p>
        </p:txBody>
      </p:sp>
      <p:sp>
        <p:nvSpPr>
          <p:cNvPr id="4" name="Footer Placeholder 3">
            <a:extLst>
              <a:ext uri="{FF2B5EF4-FFF2-40B4-BE49-F238E27FC236}">
                <a16:creationId xmlns:a16="http://schemas.microsoft.com/office/drawing/2014/main" id="{DDF979D3-F938-2241-81F6-119C6565C0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015703-2CA6-B447-8FF4-290802373958}"/>
              </a:ext>
            </a:extLst>
          </p:cNvPr>
          <p:cNvSpPr>
            <a:spLocks noGrp="1"/>
          </p:cNvSpPr>
          <p:nvPr>
            <p:ph type="sldNum" sz="quarter" idx="12"/>
          </p:nvPr>
        </p:nvSpPr>
        <p:spPr/>
        <p:txBody>
          <a:bodyPr/>
          <a:lstStyle/>
          <a:p>
            <a:fld id="{845024F6-0DCE-B047-A81B-807EF45C05A1}" type="slidenum">
              <a:rPr lang="en-US" smtClean="0"/>
              <a:t>‹#›</a:t>
            </a:fld>
            <a:endParaRPr lang="en-US"/>
          </a:p>
        </p:txBody>
      </p:sp>
    </p:spTree>
    <p:extLst>
      <p:ext uri="{BB962C8B-B14F-4D97-AF65-F5344CB8AC3E}">
        <p14:creationId xmlns:p14="http://schemas.microsoft.com/office/powerpoint/2010/main" val="93902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4C769F-0E11-3842-A0E5-71AFF8F971E5}"/>
              </a:ext>
            </a:extLst>
          </p:cNvPr>
          <p:cNvSpPr>
            <a:spLocks noGrp="1"/>
          </p:cNvSpPr>
          <p:nvPr>
            <p:ph type="dt" sz="half" idx="10"/>
          </p:nvPr>
        </p:nvSpPr>
        <p:spPr/>
        <p:txBody>
          <a:bodyPr/>
          <a:lstStyle/>
          <a:p>
            <a:fld id="{8D113E6C-9C53-294C-AFF8-65D538CA8F22}" type="datetimeFigureOut">
              <a:rPr lang="en-US" smtClean="0"/>
              <a:t>12/7/20</a:t>
            </a:fld>
            <a:endParaRPr lang="en-US"/>
          </a:p>
        </p:txBody>
      </p:sp>
      <p:sp>
        <p:nvSpPr>
          <p:cNvPr id="3" name="Footer Placeholder 2">
            <a:extLst>
              <a:ext uri="{FF2B5EF4-FFF2-40B4-BE49-F238E27FC236}">
                <a16:creationId xmlns:a16="http://schemas.microsoft.com/office/drawing/2014/main" id="{30597633-152D-7444-A141-1694BD3DF3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B72BB9-B7E2-614C-B95A-219E7D377204}"/>
              </a:ext>
            </a:extLst>
          </p:cNvPr>
          <p:cNvSpPr>
            <a:spLocks noGrp="1"/>
          </p:cNvSpPr>
          <p:nvPr>
            <p:ph type="sldNum" sz="quarter" idx="12"/>
          </p:nvPr>
        </p:nvSpPr>
        <p:spPr/>
        <p:txBody>
          <a:bodyPr/>
          <a:lstStyle/>
          <a:p>
            <a:fld id="{845024F6-0DCE-B047-A81B-807EF45C05A1}" type="slidenum">
              <a:rPr lang="en-US" smtClean="0"/>
              <a:t>‹#›</a:t>
            </a:fld>
            <a:endParaRPr lang="en-US"/>
          </a:p>
        </p:txBody>
      </p:sp>
    </p:spTree>
    <p:extLst>
      <p:ext uri="{BB962C8B-B14F-4D97-AF65-F5344CB8AC3E}">
        <p14:creationId xmlns:p14="http://schemas.microsoft.com/office/powerpoint/2010/main" val="4108508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6423E-F36D-5E44-A202-BAA43D7420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B4B21A1-5C33-9F45-8964-5948E83F3C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1CFD66-0FA1-BC41-93FB-17F72B7BBD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4C2CB3E-BC5F-744C-B66F-9849FBF1DD26}"/>
              </a:ext>
            </a:extLst>
          </p:cNvPr>
          <p:cNvSpPr>
            <a:spLocks noGrp="1"/>
          </p:cNvSpPr>
          <p:nvPr>
            <p:ph type="dt" sz="half" idx="10"/>
          </p:nvPr>
        </p:nvSpPr>
        <p:spPr/>
        <p:txBody>
          <a:bodyPr/>
          <a:lstStyle/>
          <a:p>
            <a:fld id="{8D113E6C-9C53-294C-AFF8-65D538CA8F22}" type="datetimeFigureOut">
              <a:rPr lang="en-US" smtClean="0"/>
              <a:t>12/7/20</a:t>
            </a:fld>
            <a:endParaRPr lang="en-US"/>
          </a:p>
        </p:txBody>
      </p:sp>
      <p:sp>
        <p:nvSpPr>
          <p:cNvPr id="6" name="Footer Placeholder 5">
            <a:extLst>
              <a:ext uri="{FF2B5EF4-FFF2-40B4-BE49-F238E27FC236}">
                <a16:creationId xmlns:a16="http://schemas.microsoft.com/office/drawing/2014/main" id="{440072C6-DE7F-4248-B855-37C42622E9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DC8507-BDFF-7846-B87F-8743FBE09331}"/>
              </a:ext>
            </a:extLst>
          </p:cNvPr>
          <p:cNvSpPr>
            <a:spLocks noGrp="1"/>
          </p:cNvSpPr>
          <p:nvPr>
            <p:ph type="sldNum" sz="quarter" idx="12"/>
          </p:nvPr>
        </p:nvSpPr>
        <p:spPr/>
        <p:txBody>
          <a:bodyPr/>
          <a:lstStyle/>
          <a:p>
            <a:fld id="{845024F6-0DCE-B047-A81B-807EF45C05A1}" type="slidenum">
              <a:rPr lang="en-US" smtClean="0"/>
              <a:t>‹#›</a:t>
            </a:fld>
            <a:endParaRPr lang="en-US"/>
          </a:p>
        </p:txBody>
      </p:sp>
    </p:spTree>
    <p:extLst>
      <p:ext uri="{BB962C8B-B14F-4D97-AF65-F5344CB8AC3E}">
        <p14:creationId xmlns:p14="http://schemas.microsoft.com/office/powerpoint/2010/main" val="1742382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1BB89-52D7-C94D-98BC-2C411CED8B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10B10C-A5FE-0C4F-9042-5DD574045F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2BDBC0-B4E7-7F43-AB2F-9212A70EAD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A6ECEF7-18D7-E142-9F70-1407D494E08F}"/>
              </a:ext>
            </a:extLst>
          </p:cNvPr>
          <p:cNvSpPr>
            <a:spLocks noGrp="1"/>
          </p:cNvSpPr>
          <p:nvPr>
            <p:ph type="dt" sz="half" idx="10"/>
          </p:nvPr>
        </p:nvSpPr>
        <p:spPr/>
        <p:txBody>
          <a:bodyPr/>
          <a:lstStyle/>
          <a:p>
            <a:fld id="{8D113E6C-9C53-294C-AFF8-65D538CA8F22}" type="datetimeFigureOut">
              <a:rPr lang="en-US" smtClean="0"/>
              <a:t>12/7/20</a:t>
            </a:fld>
            <a:endParaRPr lang="en-US"/>
          </a:p>
        </p:txBody>
      </p:sp>
      <p:sp>
        <p:nvSpPr>
          <p:cNvPr id="6" name="Footer Placeholder 5">
            <a:extLst>
              <a:ext uri="{FF2B5EF4-FFF2-40B4-BE49-F238E27FC236}">
                <a16:creationId xmlns:a16="http://schemas.microsoft.com/office/drawing/2014/main" id="{3B1125C1-1EEF-1142-A960-1362429FC3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3A8CA6-1040-4240-8411-0970EE0E8B88}"/>
              </a:ext>
            </a:extLst>
          </p:cNvPr>
          <p:cNvSpPr>
            <a:spLocks noGrp="1"/>
          </p:cNvSpPr>
          <p:nvPr>
            <p:ph type="sldNum" sz="quarter" idx="12"/>
          </p:nvPr>
        </p:nvSpPr>
        <p:spPr/>
        <p:txBody>
          <a:bodyPr/>
          <a:lstStyle/>
          <a:p>
            <a:fld id="{845024F6-0DCE-B047-A81B-807EF45C05A1}" type="slidenum">
              <a:rPr lang="en-US" smtClean="0"/>
              <a:t>‹#›</a:t>
            </a:fld>
            <a:endParaRPr lang="en-US"/>
          </a:p>
        </p:txBody>
      </p:sp>
    </p:spTree>
    <p:extLst>
      <p:ext uri="{BB962C8B-B14F-4D97-AF65-F5344CB8AC3E}">
        <p14:creationId xmlns:p14="http://schemas.microsoft.com/office/powerpoint/2010/main" val="2638609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C2512-A164-CE43-804E-C9FB19A719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8549CF-A2E3-9940-8C7A-B7427F8B604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D6ADA9-CEC8-6547-82DC-74DB544BCF69}"/>
              </a:ext>
            </a:extLst>
          </p:cNvPr>
          <p:cNvSpPr>
            <a:spLocks noGrp="1"/>
          </p:cNvSpPr>
          <p:nvPr>
            <p:ph type="dt" sz="half" idx="10"/>
          </p:nvPr>
        </p:nvSpPr>
        <p:spPr/>
        <p:txBody>
          <a:bodyPr/>
          <a:lstStyle/>
          <a:p>
            <a:fld id="{8D113E6C-9C53-294C-AFF8-65D538CA8F22}" type="datetimeFigureOut">
              <a:rPr lang="en-US" smtClean="0"/>
              <a:t>12/7/20</a:t>
            </a:fld>
            <a:endParaRPr lang="en-US"/>
          </a:p>
        </p:txBody>
      </p:sp>
      <p:sp>
        <p:nvSpPr>
          <p:cNvPr id="5" name="Footer Placeholder 4">
            <a:extLst>
              <a:ext uri="{FF2B5EF4-FFF2-40B4-BE49-F238E27FC236}">
                <a16:creationId xmlns:a16="http://schemas.microsoft.com/office/drawing/2014/main" id="{9066C519-70BB-8A4D-8D94-0A8CBDA91B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63CE43-E55E-214B-A117-2EC3172B0086}"/>
              </a:ext>
            </a:extLst>
          </p:cNvPr>
          <p:cNvSpPr>
            <a:spLocks noGrp="1"/>
          </p:cNvSpPr>
          <p:nvPr>
            <p:ph type="sldNum" sz="quarter" idx="12"/>
          </p:nvPr>
        </p:nvSpPr>
        <p:spPr/>
        <p:txBody>
          <a:bodyPr/>
          <a:lstStyle/>
          <a:p>
            <a:fld id="{845024F6-0DCE-B047-A81B-807EF45C05A1}" type="slidenum">
              <a:rPr lang="en-US" smtClean="0"/>
              <a:t>‹#›</a:t>
            </a:fld>
            <a:endParaRPr lang="en-US"/>
          </a:p>
        </p:txBody>
      </p:sp>
    </p:spTree>
    <p:extLst>
      <p:ext uri="{BB962C8B-B14F-4D97-AF65-F5344CB8AC3E}">
        <p14:creationId xmlns:p14="http://schemas.microsoft.com/office/powerpoint/2010/main" val="4220448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3AF67D-625E-6543-8B65-34B497F2EB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219734-7674-2540-B963-378CF0C6B53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2BA242-4739-EF43-85FC-A6802072C858}"/>
              </a:ext>
            </a:extLst>
          </p:cNvPr>
          <p:cNvSpPr>
            <a:spLocks noGrp="1"/>
          </p:cNvSpPr>
          <p:nvPr>
            <p:ph type="dt" sz="half" idx="10"/>
          </p:nvPr>
        </p:nvSpPr>
        <p:spPr/>
        <p:txBody>
          <a:bodyPr/>
          <a:lstStyle/>
          <a:p>
            <a:fld id="{8D113E6C-9C53-294C-AFF8-65D538CA8F22}" type="datetimeFigureOut">
              <a:rPr lang="en-US" smtClean="0"/>
              <a:t>12/7/20</a:t>
            </a:fld>
            <a:endParaRPr lang="en-US"/>
          </a:p>
        </p:txBody>
      </p:sp>
      <p:sp>
        <p:nvSpPr>
          <p:cNvPr id="5" name="Footer Placeholder 4">
            <a:extLst>
              <a:ext uri="{FF2B5EF4-FFF2-40B4-BE49-F238E27FC236}">
                <a16:creationId xmlns:a16="http://schemas.microsoft.com/office/drawing/2014/main" id="{FD634FC5-05B5-704B-A79C-348831B057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CF6E7D-4D8C-AE4F-9B99-B7ABA9C498F5}"/>
              </a:ext>
            </a:extLst>
          </p:cNvPr>
          <p:cNvSpPr>
            <a:spLocks noGrp="1"/>
          </p:cNvSpPr>
          <p:nvPr>
            <p:ph type="sldNum" sz="quarter" idx="12"/>
          </p:nvPr>
        </p:nvSpPr>
        <p:spPr/>
        <p:txBody>
          <a:bodyPr/>
          <a:lstStyle/>
          <a:p>
            <a:fld id="{845024F6-0DCE-B047-A81B-807EF45C05A1}" type="slidenum">
              <a:rPr lang="en-US" smtClean="0"/>
              <a:t>‹#›</a:t>
            </a:fld>
            <a:endParaRPr lang="en-US"/>
          </a:p>
        </p:txBody>
      </p:sp>
    </p:spTree>
    <p:extLst>
      <p:ext uri="{BB962C8B-B14F-4D97-AF65-F5344CB8AC3E}">
        <p14:creationId xmlns:p14="http://schemas.microsoft.com/office/powerpoint/2010/main" val="1789283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926871-7C27-8E4E-BC8E-60103278F0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9DAF16-0D72-CD4F-89B6-88CC3745BE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F10B05-DC07-6E4E-8956-132E9971C8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113E6C-9C53-294C-AFF8-65D538CA8F22}" type="datetimeFigureOut">
              <a:rPr lang="en-US" smtClean="0"/>
              <a:t>12/7/20</a:t>
            </a:fld>
            <a:endParaRPr lang="en-US"/>
          </a:p>
        </p:txBody>
      </p:sp>
      <p:sp>
        <p:nvSpPr>
          <p:cNvPr id="5" name="Footer Placeholder 4">
            <a:extLst>
              <a:ext uri="{FF2B5EF4-FFF2-40B4-BE49-F238E27FC236}">
                <a16:creationId xmlns:a16="http://schemas.microsoft.com/office/drawing/2014/main" id="{C336F171-19E5-D44C-B20D-E2AC945AAA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7BD1C04-4165-7C48-8CE4-9795068E50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5024F6-0DCE-B047-A81B-807EF45C05A1}" type="slidenum">
              <a:rPr lang="en-US" smtClean="0"/>
              <a:t>‹#›</a:t>
            </a:fld>
            <a:endParaRPr lang="en-US"/>
          </a:p>
        </p:txBody>
      </p:sp>
    </p:spTree>
    <p:extLst>
      <p:ext uri="{BB962C8B-B14F-4D97-AF65-F5344CB8AC3E}">
        <p14:creationId xmlns:p14="http://schemas.microsoft.com/office/powerpoint/2010/main" val="465954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image" Target="../media/image6.png"/><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 Id="rId14"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67AE9-7B20-B242-A1D3-AA9390094FED}"/>
              </a:ext>
            </a:extLst>
          </p:cNvPr>
          <p:cNvSpPr>
            <a:spLocks noGrp="1"/>
          </p:cNvSpPr>
          <p:nvPr>
            <p:ph type="ctrTitle"/>
          </p:nvPr>
        </p:nvSpPr>
        <p:spPr/>
        <p:txBody>
          <a:bodyPr/>
          <a:lstStyle/>
          <a:p>
            <a:r>
              <a:rPr lang="en-US" dirty="0"/>
              <a:t>The Global Carbon Cycle</a:t>
            </a:r>
          </a:p>
        </p:txBody>
      </p:sp>
      <p:sp>
        <p:nvSpPr>
          <p:cNvPr id="3" name="Subtitle 2">
            <a:extLst>
              <a:ext uri="{FF2B5EF4-FFF2-40B4-BE49-F238E27FC236}">
                <a16:creationId xmlns:a16="http://schemas.microsoft.com/office/drawing/2014/main" id="{763620E9-E3B1-5B42-8DE4-1ADE81F3C8BD}"/>
              </a:ext>
            </a:extLst>
          </p:cNvPr>
          <p:cNvSpPr>
            <a:spLocks noGrp="1"/>
          </p:cNvSpPr>
          <p:nvPr>
            <p:ph type="subTitle" idx="1"/>
          </p:nvPr>
        </p:nvSpPr>
        <p:spPr/>
        <p:txBody>
          <a:bodyPr/>
          <a:lstStyle/>
          <a:p>
            <a:r>
              <a:rPr lang="en-US" dirty="0"/>
              <a:t>Introduction to Biological Processes</a:t>
            </a:r>
          </a:p>
        </p:txBody>
      </p:sp>
    </p:spTree>
    <p:extLst>
      <p:ext uri="{BB962C8B-B14F-4D97-AF65-F5344CB8AC3E}">
        <p14:creationId xmlns:p14="http://schemas.microsoft.com/office/powerpoint/2010/main" val="2075182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2B868-EC44-A14A-B02F-C1191E6ECDD8}"/>
              </a:ext>
            </a:extLst>
          </p:cNvPr>
          <p:cNvSpPr>
            <a:spLocks noGrp="1"/>
          </p:cNvSpPr>
          <p:nvPr>
            <p:ph type="title"/>
          </p:nvPr>
        </p:nvSpPr>
        <p:spPr/>
        <p:txBody>
          <a:bodyPr/>
          <a:lstStyle/>
          <a:p>
            <a:r>
              <a:rPr lang="en-US" dirty="0"/>
              <a:t>What will we be talking about?</a:t>
            </a:r>
          </a:p>
        </p:txBody>
      </p:sp>
      <p:sp>
        <p:nvSpPr>
          <p:cNvPr id="3" name="Content Placeholder 2">
            <a:extLst>
              <a:ext uri="{FF2B5EF4-FFF2-40B4-BE49-F238E27FC236}">
                <a16:creationId xmlns:a16="http://schemas.microsoft.com/office/drawing/2014/main" id="{E89C4717-AE77-E14D-8AB4-C04AF8C539F5}"/>
              </a:ext>
            </a:extLst>
          </p:cNvPr>
          <p:cNvSpPr>
            <a:spLocks noGrp="1"/>
          </p:cNvSpPr>
          <p:nvPr>
            <p:ph idx="1"/>
          </p:nvPr>
        </p:nvSpPr>
        <p:spPr>
          <a:xfrm>
            <a:off x="838200" y="1825625"/>
            <a:ext cx="10515600" cy="4351338"/>
          </a:xfrm>
        </p:spPr>
        <p:txBody>
          <a:bodyPr>
            <a:normAutofit/>
          </a:bodyPr>
          <a:lstStyle/>
          <a:p>
            <a:pPr marL="514350" indent="-514350">
              <a:buFont typeface="+mj-lt"/>
              <a:buAutoNum type="arabicPeriod"/>
            </a:pPr>
            <a:r>
              <a:rPr lang="en-US" dirty="0"/>
              <a:t>Why is Carbon Important?</a:t>
            </a:r>
          </a:p>
          <a:p>
            <a:pPr marL="514350" indent="-514350">
              <a:buFont typeface="+mj-lt"/>
              <a:buAutoNum type="arabicPeriod"/>
            </a:pPr>
            <a:r>
              <a:rPr lang="en-US" dirty="0"/>
              <a:t>The Geological and Biological Carbon Cycle Processes</a:t>
            </a:r>
          </a:p>
          <a:p>
            <a:pPr marL="514350" indent="-514350">
              <a:buFont typeface="+mj-lt"/>
              <a:buAutoNum type="arabicPeriod"/>
            </a:pPr>
            <a:r>
              <a:rPr lang="en-US" dirty="0"/>
              <a:t>Carbon Fixation</a:t>
            </a:r>
          </a:p>
          <a:p>
            <a:pPr marL="514350" indent="-514350">
              <a:buFont typeface="+mj-lt"/>
              <a:buAutoNum type="arabicPeriod"/>
            </a:pPr>
            <a:r>
              <a:rPr lang="en-US" dirty="0"/>
              <a:t>Redox Reactions</a:t>
            </a:r>
          </a:p>
          <a:p>
            <a:pPr marL="514350" indent="-514350">
              <a:buFont typeface="+mj-lt"/>
              <a:buAutoNum type="arabicPeriod"/>
            </a:pPr>
            <a:r>
              <a:rPr lang="en-US" dirty="0"/>
              <a:t>Chemoautotrophs</a:t>
            </a:r>
          </a:p>
          <a:p>
            <a:pPr marL="514350" indent="-514350">
              <a:buFont typeface="+mj-lt"/>
              <a:buAutoNum type="arabicPeriod"/>
            </a:pPr>
            <a:r>
              <a:rPr lang="en-US" dirty="0"/>
              <a:t>Photoautotrophs</a:t>
            </a:r>
          </a:p>
          <a:p>
            <a:pPr marL="514350" indent="-514350">
              <a:buFont typeface="+mj-lt"/>
              <a:buAutoNum type="arabicPeriod"/>
            </a:pPr>
            <a:r>
              <a:rPr lang="en-US" dirty="0"/>
              <a:t>Net Primary Production</a:t>
            </a:r>
          </a:p>
          <a:p>
            <a:pPr marL="514350" indent="-514350">
              <a:buFont typeface="+mj-lt"/>
              <a:buAutoNum type="arabicPeriod"/>
            </a:pPr>
            <a:r>
              <a:rPr lang="en-US" dirty="0"/>
              <a:t>Summary</a:t>
            </a:r>
          </a:p>
        </p:txBody>
      </p:sp>
      <p:pic>
        <p:nvPicPr>
          <p:cNvPr id="1026" name="Picture 2" descr="Carbon And Plant Growth - How Do Plants Take In Carbon">
            <a:extLst>
              <a:ext uri="{FF2B5EF4-FFF2-40B4-BE49-F238E27FC236}">
                <a16:creationId xmlns:a16="http://schemas.microsoft.com/office/drawing/2014/main" id="{C3A493F5-38EA-1D48-AE9A-60176F1D12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9640" y="2893786"/>
            <a:ext cx="3153052" cy="3418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5943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6" name="Picture 8" descr="Biology - Carbohydrate - Tutorialspoint">
            <a:extLst>
              <a:ext uri="{FF2B5EF4-FFF2-40B4-BE49-F238E27FC236}">
                <a16:creationId xmlns:a16="http://schemas.microsoft.com/office/drawing/2014/main" id="{D4A8198D-13F8-594A-9EDE-8FF0C9C1FD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5298" y="1300455"/>
            <a:ext cx="3388250" cy="24193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E1FCB74-F32D-9E45-8195-E89F66D2515E}"/>
              </a:ext>
            </a:extLst>
          </p:cNvPr>
          <p:cNvSpPr>
            <a:spLocks noGrp="1"/>
          </p:cNvSpPr>
          <p:nvPr>
            <p:ph type="title"/>
          </p:nvPr>
        </p:nvSpPr>
        <p:spPr/>
        <p:txBody>
          <a:bodyPr/>
          <a:lstStyle/>
          <a:p>
            <a:r>
              <a:rPr lang="en-US" dirty="0"/>
              <a:t>Why is Carbon Important?</a:t>
            </a:r>
          </a:p>
        </p:txBody>
      </p:sp>
      <p:sp>
        <p:nvSpPr>
          <p:cNvPr id="3" name="Content Placeholder 2">
            <a:extLst>
              <a:ext uri="{FF2B5EF4-FFF2-40B4-BE49-F238E27FC236}">
                <a16:creationId xmlns:a16="http://schemas.microsoft.com/office/drawing/2014/main" id="{89F52CA0-9B6F-024C-AB81-7A3CB942FFE1}"/>
              </a:ext>
            </a:extLst>
          </p:cNvPr>
          <p:cNvSpPr>
            <a:spLocks noGrp="1"/>
          </p:cNvSpPr>
          <p:nvPr>
            <p:ph idx="1"/>
          </p:nvPr>
        </p:nvSpPr>
        <p:spPr/>
        <p:txBody>
          <a:bodyPr/>
          <a:lstStyle/>
          <a:p>
            <a:r>
              <a:rPr lang="en-US" dirty="0"/>
              <a:t>Carbohydrates</a:t>
            </a:r>
          </a:p>
          <a:p>
            <a:endParaRPr lang="en-US" dirty="0"/>
          </a:p>
          <a:p>
            <a:r>
              <a:rPr lang="en-US" dirty="0"/>
              <a:t>Lipids</a:t>
            </a:r>
          </a:p>
          <a:p>
            <a:endParaRPr lang="en-US" dirty="0"/>
          </a:p>
          <a:p>
            <a:r>
              <a:rPr lang="en-US" dirty="0"/>
              <a:t>Proteins</a:t>
            </a:r>
          </a:p>
          <a:p>
            <a:endParaRPr lang="en-US" dirty="0"/>
          </a:p>
          <a:p>
            <a:r>
              <a:rPr lang="en-US" dirty="0"/>
              <a:t>Nucleic Acids</a:t>
            </a:r>
          </a:p>
        </p:txBody>
      </p:sp>
      <p:pic>
        <p:nvPicPr>
          <p:cNvPr id="2050" name="Picture 2" descr="What are Lipids?">
            <a:extLst>
              <a:ext uri="{FF2B5EF4-FFF2-40B4-BE49-F238E27FC236}">
                <a16:creationId xmlns:a16="http://schemas.microsoft.com/office/drawing/2014/main" id="{112E5CBF-FDD5-B445-A452-2556FC15F9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62476" y="1878596"/>
            <a:ext cx="3303540" cy="185548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NA vs. RNA – 5 Key Differences and Comparison | Technology Networks">
            <a:extLst>
              <a:ext uri="{FF2B5EF4-FFF2-40B4-BE49-F238E27FC236}">
                <a16:creationId xmlns:a16="http://schemas.microsoft.com/office/drawing/2014/main" id="{57B03E3F-E297-6044-A224-A4BB76336B0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2568"/>
          <a:stretch/>
        </p:blipFill>
        <p:spPr bwMode="auto">
          <a:xfrm>
            <a:off x="7228457" y="3932020"/>
            <a:ext cx="3735044" cy="204699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rotein - Wikipedia">
            <a:extLst>
              <a:ext uri="{FF2B5EF4-FFF2-40B4-BE49-F238E27FC236}">
                <a16:creationId xmlns:a16="http://schemas.microsoft.com/office/drawing/2014/main" id="{552A3B55-3D5A-DF4F-8BB8-AF76F85E2F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01390" y="3493706"/>
            <a:ext cx="2294897" cy="2322857"/>
          </a:xfrm>
          <a:prstGeom prst="rect">
            <a:avLst/>
          </a:prstGeom>
          <a:noFill/>
          <a:extLst>
            <a:ext uri="{909E8E84-426E-40DD-AFC4-6F175D3DCCD1}">
              <a14:hiddenFill xmlns:a14="http://schemas.microsoft.com/office/drawing/2010/main">
                <a:solidFill>
                  <a:srgbClr val="FFFFFF"/>
                </a:solidFill>
              </a14:hiddenFill>
            </a:ext>
          </a:extLst>
        </p:spPr>
      </p:pic>
      <p:sp>
        <p:nvSpPr>
          <p:cNvPr id="9" name="Parallelogram 8">
            <a:extLst>
              <a:ext uri="{FF2B5EF4-FFF2-40B4-BE49-F238E27FC236}">
                <a16:creationId xmlns:a16="http://schemas.microsoft.com/office/drawing/2014/main" id="{8E9CA8AD-C292-1E47-A765-CE871770723B}"/>
              </a:ext>
            </a:extLst>
          </p:cNvPr>
          <p:cNvSpPr/>
          <p:nvPr/>
        </p:nvSpPr>
        <p:spPr>
          <a:xfrm>
            <a:off x="764628" y="6176966"/>
            <a:ext cx="1379483" cy="200189"/>
          </a:xfrm>
          <a:prstGeom prst="parallelogram">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Importance?</a:t>
            </a:r>
          </a:p>
        </p:txBody>
      </p:sp>
      <p:sp>
        <p:nvSpPr>
          <p:cNvPr id="10" name="Parallelogram 9">
            <a:extLst>
              <a:ext uri="{FF2B5EF4-FFF2-40B4-BE49-F238E27FC236}">
                <a16:creationId xmlns:a16="http://schemas.microsoft.com/office/drawing/2014/main" id="{6B61F094-BD32-5542-87F0-AB92A96B6A98}"/>
              </a:ext>
            </a:extLst>
          </p:cNvPr>
          <p:cNvSpPr/>
          <p:nvPr/>
        </p:nvSpPr>
        <p:spPr>
          <a:xfrm>
            <a:off x="2088931" y="6176965"/>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The Carbon Cycle</a:t>
            </a:r>
          </a:p>
        </p:txBody>
      </p:sp>
      <p:sp>
        <p:nvSpPr>
          <p:cNvPr id="11" name="Parallelogram 10">
            <a:extLst>
              <a:ext uri="{FF2B5EF4-FFF2-40B4-BE49-F238E27FC236}">
                <a16:creationId xmlns:a16="http://schemas.microsoft.com/office/drawing/2014/main" id="{EBC61D6E-70A1-1044-A383-DB73994B231C}"/>
              </a:ext>
            </a:extLst>
          </p:cNvPr>
          <p:cNvSpPr/>
          <p:nvPr/>
        </p:nvSpPr>
        <p:spPr>
          <a:xfrm>
            <a:off x="3413234"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Carbon Fixation </a:t>
            </a:r>
          </a:p>
        </p:txBody>
      </p:sp>
      <p:sp>
        <p:nvSpPr>
          <p:cNvPr id="12" name="Parallelogram 11">
            <a:extLst>
              <a:ext uri="{FF2B5EF4-FFF2-40B4-BE49-F238E27FC236}">
                <a16:creationId xmlns:a16="http://schemas.microsoft.com/office/drawing/2014/main" id="{E085A2E2-D436-224B-938E-C73958CC421F}"/>
              </a:ext>
            </a:extLst>
          </p:cNvPr>
          <p:cNvSpPr/>
          <p:nvPr/>
        </p:nvSpPr>
        <p:spPr>
          <a:xfrm>
            <a:off x="4737537"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Redox</a:t>
            </a:r>
          </a:p>
        </p:txBody>
      </p:sp>
      <p:sp>
        <p:nvSpPr>
          <p:cNvPr id="13" name="Parallelogram 12">
            <a:extLst>
              <a:ext uri="{FF2B5EF4-FFF2-40B4-BE49-F238E27FC236}">
                <a16:creationId xmlns:a16="http://schemas.microsoft.com/office/drawing/2014/main" id="{71C2E0BE-FF65-CC44-B671-68BE57F559EC}"/>
              </a:ext>
            </a:extLst>
          </p:cNvPr>
          <p:cNvSpPr/>
          <p:nvPr/>
        </p:nvSpPr>
        <p:spPr>
          <a:xfrm>
            <a:off x="6061840"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Chemoautotrophs</a:t>
            </a:r>
          </a:p>
        </p:txBody>
      </p:sp>
      <p:sp>
        <p:nvSpPr>
          <p:cNvPr id="14" name="Parallelogram 13">
            <a:extLst>
              <a:ext uri="{FF2B5EF4-FFF2-40B4-BE49-F238E27FC236}">
                <a16:creationId xmlns:a16="http://schemas.microsoft.com/office/drawing/2014/main" id="{35C196FA-B621-0444-862C-3EA72A6DA3E0}"/>
              </a:ext>
            </a:extLst>
          </p:cNvPr>
          <p:cNvSpPr/>
          <p:nvPr/>
        </p:nvSpPr>
        <p:spPr>
          <a:xfrm>
            <a:off x="7386143"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Photoautotrophs</a:t>
            </a:r>
          </a:p>
        </p:txBody>
      </p:sp>
      <p:sp>
        <p:nvSpPr>
          <p:cNvPr id="15" name="Parallelogram 14">
            <a:extLst>
              <a:ext uri="{FF2B5EF4-FFF2-40B4-BE49-F238E27FC236}">
                <a16:creationId xmlns:a16="http://schemas.microsoft.com/office/drawing/2014/main" id="{BDEF03A5-C145-D648-A34E-DCF14094A26C}"/>
              </a:ext>
            </a:extLst>
          </p:cNvPr>
          <p:cNvSpPr/>
          <p:nvPr/>
        </p:nvSpPr>
        <p:spPr>
          <a:xfrm>
            <a:off x="8710446"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NPP</a:t>
            </a:r>
          </a:p>
        </p:txBody>
      </p:sp>
      <p:sp>
        <p:nvSpPr>
          <p:cNvPr id="16" name="Parallelogram 15">
            <a:extLst>
              <a:ext uri="{FF2B5EF4-FFF2-40B4-BE49-F238E27FC236}">
                <a16:creationId xmlns:a16="http://schemas.microsoft.com/office/drawing/2014/main" id="{6A59682F-3D33-BB4A-8C59-6C9D679CA276}"/>
              </a:ext>
            </a:extLst>
          </p:cNvPr>
          <p:cNvSpPr/>
          <p:nvPr/>
        </p:nvSpPr>
        <p:spPr>
          <a:xfrm>
            <a:off x="10034749"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Summary</a:t>
            </a:r>
          </a:p>
        </p:txBody>
      </p:sp>
    </p:spTree>
    <p:extLst>
      <p:ext uri="{BB962C8B-B14F-4D97-AF65-F5344CB8AC3E}">
        <p14:creationId xmlns:p14="http://schemas.microsoft.com/office/powerpoint/2010/main" val="2098381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056"/>
                                        </p:tgtEl>
                                        <p:attrNameLst>
                                          <p:attrName>style.visibility</p:attrName>
                                        </p:attrNameLst>
                                      </p:cBhvr>
                                      <p:to>
                                        <p:strVal val="visible"/>
                                      </p:to>
                                    </p:set>
                                    <p:animEffect transition="in" filter="dissolve">
                                      <p:cBhvr>
                                        <p:cTn id="10" dur="500"/>
                                        <p:tgtEl>
                                          <p:spTgt spid="205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2050"/>
                                        </p:tgtEl>
                                        <p:attrNameLst>
                                          <p:attrName>style.visibility</p:attrName>
                                        </p:attrNameLst>
                                      </p:cBhvr>
                                      <p:to>
                                        <p:strVal val="visible"/>
                                      </p:to>
                                    </p:set>
                                    <p:animEffect transition="in" filter="dissolve">
                                      <p:cBhvr>
                                        <p:cTn id="18" dur="500"/>
                                        <p:tgtEl>
                                          <p:spTgt spid="2050"/>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dissolve">
                                      <p:cBhvr>
                                        <p:cTn id="23" dur="500"/>
                                        <p:tgtEl>
                                          <p:spTgt spid="3">
                                            <p:txEl>
                                              <p:pRg st="4" end="4"/>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2052"/>
                                        </p:tgtEl>
                                        <p:attrNameLst>
                                          <p:attrName>style.visibility</p:attrName>
                                        </p:attrNameLst>
                                      </p:cBhvr>
                                      <p:to>
                                        <p:strVal val="visible"/>
                                      </p:to>
                                    </p:set>
                                    <p:animEffect transition="in" filter="dissolve">
                                      <p:cBhvr>
                                        <p:cTn id="26" dur="500"/>
                                        <p:tgtEl>
                                          <p:spTgt spid="2052"/>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dissolve">
                                      <p:cBhvr>
                                        <p:cTn id="31" dur="500"/>
                                        <p:tgtEl>
                                          <p:spTgt spid="3">
                                            <p:txEl>
                                              <p:pRg st="6" end="6"/>
                                            </p:txEl>
                                          </p:spTgt>
                                        </p:tgtEl>
                                      </p:cBhvr>
                                    </p:animEffect>
                                  </p:childTnLst>
                                </p:cTn>
                              </p:par>
                              <p:par>
                                <p:cTn id="32" presetID="9" presetClass="entr" presetSubtype="0" fill="hold"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dissolve">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A6D4-B73D-A34B-A2B2-7EA2AD3C3A0D}"/>
              </a:ext>
            </a:extLst>
          </p:cNvPr>
          <p:cNvSpPr>
            <a:spLocks noGrp="1"/>
          </p:cNvSpPr>
          <p:nvPr>
            <p:ph type="title"/>
          </p:nvPr>
        </p:nvSpPr>
        <p:spPr/>
        <p:txBody>
          <a:bodyPr/>
          <a:lstStyle/>
          <a:p>
            <a:r>
              <a:rPr lang="en-US" dirty="0"/>
              <a:t>The Geological and Biological Carbon Cycle Processes</a:t>
            </a:r>
          </a:p>
        </p:txBody>
      </p:sp>
      <p:graphicFrame>
        <p:nvGraphicFramePr>
          <p:cNvPr id="14" name="Diagram 13">
            <a:extLst>
              <a:ext uri="{FF2B5EF4-FFF2-40B4-BE49-F238E27FC236}">
                <a16:creationId xmlns:a16="http://schemas.microsoft.com/office/drawing/2014/main" id="{321359F3-484C-2C41-86AF-78480F5BABE1}"/>
              </a:ext>
            </a:extLst>
          </p:cNvPr>
          <p:cNvGraphicFramePr/>
          <p:nvPr>
            <p:extLst>
              <p:ext uri="{D42A27DB-BD31-4B8C-83A1-F6EECF244321}">
                <p14:modId xmlns:p14="http://schemas.microsoft.com/office/powerpoint/2010/main" val="2254365607"/>
              </p:ext>
            </p:extLst>
          </p:nvPr>
        </p:nvGraphicFramePr>
        <p:xfrm>
          <a:off x="6005784" y="1798982"/>
          <a:ext cx="5409323" cy="34348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5" name="Diagram 14">
            <a:extLst>
              <a:ext uri="{FF2B5EF4-FFF2-40B4-BE49-F238E27FC236}">
                <a16:creationId xmlns:a16="http://schemas.microsoft.com/office/drawing/2014/main" id="{D8BC8DF2-CC22-AE4C-9B28-E20F3B3C792E}"/>
              </a:ext>
            </a:extLst>
          </p:cNvPr>
          <p:cNvGraphicFramePr/>
          <p:nvPr>
            <p:extLst>
              <p:ext uri="{D42A27DB-BD31-4B8C-83A1-F6EECF244321}">
                <p14:modId xmlns:p14="http://schemas.microsoft.com/office/powerpoint/2010/main" val="4016114057"/>
              </p:ext>
            </p:extLst>
          </p:nvPr>
        </p:nvGraphicFramePr>
        <p:xfrm>
          <a:off x="910323" y="1798982"/>
          <a:ext cx="5409323" cy="343489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6" name="TextBox 15">
            <a:extLst>
              <a:ext uri="{FF2B5EF4-FFF2-40B4-BE49-F238E27FC236}">
                <a16:creationId xmlns:a16="http://schemas.microsoft.com/office/drawing/2014/main" id="{FCBAFA61-1BC5-6E4C-B0F1-418DE0B9E060}"/>
              </a:ext>
            </a:extLst>
          </p:cNvPr>
          <p:cNvSpPr txBox="1"/>
          <p:nvPr/>
        </p:nvSpPr>
        <p:spPr>
          <a:xfrm>
            <a:off x="2574235" y="5337313"/>
            <a:ext cx="2163302" cy="369332"/>
          </a:xfrm>
          <a:prstGeom prst="rect">
            <a:avLst/>
          </a:prstGeom>
          <a:noFill/>
        </p:spPr>
        <p:txBody>
          <a:bodyPr wrap="square" rtlCol="0">
            <a:spAutoFit/>
          </a:bodyPr>
          <a:lstStyle/>
          <a:p>
            <a:r>
              <a:rPr lang="en-US" dirty="0"/>
              <a:t>Geological Processes</a:t>
            </a:r>
          </a:p>
        </p:txBody>
      </p:sp>
      <p:sp>
        <p:nvSpPr>
          <p:cNvPr id="17" name="TextBox 16">
            <a:extLst>
              <a:ext uri="{FF2B5EF4-FFF2-40B4-BE49-F238E27FC236}">
                <a16:creationId xmlns:a16="http://schemas.microsoft.com/office/drawing/2014/main" id="{6C27DA8A-75E5-8C49-BB9C-0F68AB89FB13}"/>
              </a:ext>
            </a:extLst>
          </p:cNvPr>
          <p:cNvSpPr txBox="1"/>
          <p:nvPr/>
        </p:nvSpPr>
        <p:spPr>
          <a:xfrm>
            <a:off x="7683975" y="5336085"/>
            <a:ext cx="2163302" cy="369332"/>
          </a:xfrm>
          <a:prstGeom prst="rect">
            <a:avLst/>
          </a:prstGeom>
          <a:noFill/>
        </p:spPr>
        <p:txBody>
          <a:bodyPr wrap="square" rtlCol="0">
            <a:spAutoFit/>
          </a:bodyPr>
          <a:lstStyle/>
          <a:p>
            <a:r>
              <a:rPr lang="en-US" dirty="0"/>
              <a:t>Biological Processes</a:t>
            </a:r>
          </a:p>
        </p:txBody>
      </p:sp>
      <p:sp>
        <p:nvSpPr>
          <p:cNvPr id="3" name="TextBox 2">
            <a:extLst>
              <a:ext uri="{FF2B5EF4-FFF2-40B4-BE49-F238E27FC236}">
                <a16:creationId xmlns:a16="http://schemas.microsoft.com/office/drawing/2014/main" id="{7A344294-9FFB-8143-8C2A-216A4EFAA68E}"/>
              </a:ext>
            </a:extLst>
          </p:cNvPr>
          <p:cNvSpPr txBox="1"/>
          <p:nvPr/>
        </p:nvSpPr>
        <p:spPr>
          <a:xfrm>
            <a:off x="6117020" y="1463040"/>
            <a:ext cx="1733757" cy="1323439"/>
          </a:xfrm>
          <a:prstGeom prst="rect">
            <a:avLst/>
          </a:prstGeom>
          <a:noFill/>
        </p:spPr>
        <p:txBody>
          <a:bodyPr wrap="square" rtlCol="0">
            <a:spAutoFit/>
          </a:bodyPr>
          <a:lstStyle/>
          <a:p>
            <a:r>
              <a:rPr lang="en-US" sz="1600" dirty="0"/>
              <a:t>Inorganic carbon: </a:t>
            </a:r>
            <a:r>
              <a:rPr lang="en-GB" sz="1600" dirty="0"/>
              <a:t>carbon dioxide, carbonic acid, bicarbonate, and carbonate</a:t>
            </a:r>
            <a:endParaRPr lang="en-US" sz="1600" dirty="0"/>
          </a:p>
        </p:txBody>
      </p:sp>
      <p:sp>
        <p:nvSpPr>
          <p:cNvPr id="18" name="Parallelogram 17">
            <a:extLst>
              <a:ext uri="{FF2B5EF4-FFF2-40B4-BE49-F238E27FC236}">
                <a16:creationId xmlns:a16="http://schemas.microsoft.com/office/drawing/2014/main" id="{E59D7C02-7BB9-4047-8C57-37FA5375431E}"/>
              </a:ext>
            </a:extLst>
          </p:cNvPr>
          <p:cNvSpPr/>
          <p:nvPr/>
        </p:nvSpPr>
        <p:spPr>
          <a:xfrm>
            <a:off x="764628" y="6176966"/>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Importance?</a:t>
            </a:r>
          </a:p>
        </p:txBody>
      </p:sp>
      <p:sp>
        <p:nvSpPr>
          <p:cNvPr id="19" name="Parallelogram 18">
            <a:extLst>
              <a:ext uri="{FF2B5EF4-FFF2-40B4-BE49-F238E27FC236}">
                <a16:creationId xmlns:a16="http://schemas.microsoft.com/office/drawing/2014/main" id="{2CFFB143-9D93-BA4B-8A89-0CF859B051BF}"/>
              </a:ext>
            </a:extLst>
          </p:cNvPr>
          <p:cNvSpPr/>
          <p:nvPr/>
        </p:nvSpPr>
        <p:spPr>
          <a:xfrm>
            <a:off x="2088931" y="6176965"/>
            <a:ext cx="1379483" cy="200189"/>
          </a:xfrm>
          <a:prstGeom prst="parallelogram">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The Carbon Cycle</a:t>
            </a:r>
          </a:p>
        </p:txBody>
      </p:sp>
      <p:sp>
        <p:nvSpPr>
          <p:cNvPr id="20" name="Parallelogram 19">
            <a:extLst>
              <a:ext uri="{FF2B5EF4-FFF2-40B4-BE49-F238E27FC236}">
                <a16:creationId xmlns:a16="http://schemas.microsoft.com/office/drawing/2014/main" id="{DAD88324-87DF-E84E-834C-12F0CA0B5066}"/>
              </a:ext>
            </a:extLst>
          </p:cNvPr>
          <p:cNvSpPr/>
          <p:nvPr/>
        </p:nvSpPr>
        <p:spPr>
          <a:xfrm>
            <a:off x="3413234"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Carbon Fixation </a:t>
            </a:r>
          </a:p>
        </p:txBody>
      </p:sp>
      <p:sp>
        <p:nvSpPr>
          <p:cNvPr id="21" name="Parallelogram 20">
            <a:extLst>
              <a:ext uri="{FF2B5EF4-FFF2-40B4-BE49-F238E27FC236}">
                <a16:creationId xmlns:a16="http://schemas.microsoft.com/office/drawing/2014/main" id="{05947D3B-DFDE-434C-913E-405A2E97F1E6}"/>
              </a:ext>
            </a:extLst>
          </p:cNvPr>
          <p:cNvSpPr/>
          <p:nvPr/>
        </p:nvSpPr>
        <p:spPr>
          <a:xfrm>
            <a:off x="4737537"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Redox</a:t>
            </a:r>
          </a:p>
        </p:txBody>
      </p:sp>
      <p:sp>
        <p:nvSpPr>
          <p:cNvPr id="22" name="Parallelogram 21">
            <a:extLst>
              <a:ext uri="{FF2B5EF4-FFF2-40B4-BE49-F238E27FC236}">
                <a16:creationId xmlns:a16="http://schemas.microsoft.com/office/drawing/2014/main" id="{FD97FDEC-BE24-F348-8897-7C42FE4235AB}"/>
              </a:ext>
            </a:extLst>
          </p:cNvPr>
          <p:cNvSpPr/>
          <p:nvPr/>
        </p:nvSpPr>
        <p:spPr>
          <a:xfrm>
            <a:off x="6061840"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Chemoautotrophs</a:t>
            </a:r>
          </a:p>
        </p:txBody>
      </p:sp>
      <p:sp>
        <p:nvSpPr>
          <p:cNvPr id="23" name="Parallelogram 22">
            <a:extLst>
              <a:ext uri="{FF2B5EF4-FFF2-40B4-BE49-F238E27FC236}">
                <a16:creationId xmlns:a16="http://schemas.microsoft.com/office/drawing/2014/main" id="{BB5F98ED-68CD-CD49-8A04-B0E11A674A8C}"/>
              </a:ext>
            </a:extLst>
          </p:cNvPr>
          <p:cNvSpPr/>
          <p:nvPr/>
        </p:nvSpPr>
        <p:spPr>
          <a:xfrm>
            <a:off x="7386143"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Photoautotrophs</a:t>
            </a:r>
          </a:p>
        </p:txBody>
      </p:sp>
      <p:sp>
        <p:nvSpPr>
          <p:cNvPr id="24" name="Parallelogram 23">
            <a:extLst>
              <a:ext uri="{FF2B5EF4-FFF2-40B4-BE49-F238E27FC236}">
                <a16:creationId xmlns:a16="http://schemas.microsoft.com/office/drawing/2014/main" id="{7F3C4242-7076-1C47-B66D-AEFA5550A2CF}"/>
              </a:ext>
            </a:extLst>
          </p:cNvPr>
          <p:cNvSpPr/>
          <p:nvPr/>
        </p:nvSpPr>
        <p:spPr>
          <a:xfrm>
            <a:off x="8710446"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NPP</a:t>
            </a:r>
          </a:p>
        </p:txBody>
      </p:sp>
      <p:sp>
        <p:nvSpPr>
          <p:cNvPr id="25" name="Parallelogram 24">
            <a:extLst>
              <a:ext uri="{FF2B5EF4-FFF2-40B4-BE49-F238E27FC236}">
                <a16:creationId xmlns:a16="http://schemas.microsoft.com/office/drawing/2014/main" id="{513AA9AB-EAFD-6F4F-AC78-8EE9A199F1CE}"/>
              </a:ext>
            </a:extLst>
          </p:cNvPr>
          <p:cNvSpPr/>
          <p:nvPr/>
        </p:nvSpPr>
        <p:spPr>
          <a:xfrm>
            <a:off x="10034749"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Summary</a:t>
            </a:r>
          </a:p>
        </p:txBody>
      </p:sp>
    </p:spTree>
    <p:extLst>
      <p:ext uri="{BB962C8B-B14F-4D97-AF65-F5344CB8AC3E}">
        <p14:creationId xmlns:p14="http://schemas.microsoft.com/office/powerpoint/2010/main" val="4054507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graphicEl>
                                              <a:dgm id="{9D30F5FC-6BEC-7440-9675-8A25A483FA22}"/>
                                            </p:graphicEl>
                                          </p:spTgt>
                                        </p:tgtEl>
                                        <p:attrNameLst>
                                          <p:attrName>style.visibility</p:attrName>
                                        </p:attrNameLst>
                                      </p:cBhvr>
                                      <p:to>
                                        <p:strVal val="visible"/>
                                      </p:to>
                                    </p:set>
                                    <p:animEffect transition="in" filter="dissolve">
                                      <p:cBhvr>
                                        <p:cTn id="7" dur="1000"/>
                                        <p:tgtEl>
                                          <p:spTgt spid="15">
                                            <p:graphicEl>
                                              <a:dgm id="{9D30F5FC-6BEC-7440-9675-8A25A483FA22}"/>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graphicEl>
                                              <a:dgm id="{95A09DDD-FCDF-7D4A-BDD7-94077CC7CF29}"/>
                                            </p:graphicEl>
                                          </p:spTgt>
                                        </p:tgtEl>
                                        <p:attrNameLst>
                                          <p:attrName>style.visibility</p:attrName>
                                        </p:attrNameLst>
                                      </p:cBhvr>
                                      <p:to>
                                        <p:strVal val="visible"/>
                                      </p:to>
                                    </p:set>
                                    <p:animEffect transition="in" filter="dissolve">
                                      <p:cBhvr>
                                        <p:cTn id="12" dur="1000"/>
                                        <p:tgtEl>
                                          <p:spTgt spid="15">
                                            <p:graphicEl>
                                              <a:dgm id="{95A09DDD-FCDF-7D4A-BDD7-94077CC7CF29}"/>
                                            </p:graphic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5">
                                            <p:graphicEl>
                                              <a:dgm id="{D778625E-0A98-6844-B87F-FC442C571990}"/>
                                            </p:graphicEl>
                                          </p:spTgt>
                                        </p:tgtEl>
                                        <p:attrNameLst>
                                          <p:attrName>style.visibility</p:attrName>
                                        </p:attrNameLst>
                                      </p:cBhvr>
                                      <p:to>
                                        <p:strVal val="visible"/>
                                      </p:to>
                                    </p:set>
                                    <p:animEffect transition="in" filter="dissolve">
                                      <p:cBhvr>
                                        <p:cTn id="15" dur="1000"/>
                                        <p:tgtEl>
                                          <p:spTgt spid="15">
                                            <p:graphicEl>
                                              <a:dgm id="{D778625E-0A98-6844-B87F-FC442C571990}"/>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5">
                                            <p:graphicEl>
                                              <a:dgm id="{6DD3389C-D49D-3549-BD87-09FDC9F83AA3}"/>
                                            </p:graphicEl>
                                          </p:spTgt>
                                        </p:tgtEl>
                                        <p:attrNameLst>
                                          <p:attrName>style.visibility</p:attrName>
                                        </p:attrNameLst>
                                      </p:cBhvr>
                                      <p:to>
                                        <p:strVal val="visible"/>
                                      </p:to>
                                    </p:set>
                                    <p:animEffect transition="in" filter="dissolve">
                                      <p:cBhvr>
                                        <p:cTn id="20" dur="1000"/>
                                        <p:tgtEl>
                                          <p:spTgt spid="15">
                                            <p:graphicEl>
                                              <a:dgm id="{6DD3389C-D49D-3549-BD87-09FDC9F83AA3}"/>
                                            </p:graphic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5">
                                            <p:graphicEl>
                                              <a:dgm id="{A32FD4E3-F6D0-0246-964E-A47D05FA8164}"/>
                                            </p:graphicEl>
                                          </p:spTgt>
                                        </p:tgtEl>
                                        <p:attrNameLst>
                                          <p:attrName>style.visibility</p:attrName>
                                        </p:attrNameLst>
                                      </p:cBhvr>
                                      <p:to>
                                        <p:strVal val="visible"/>
                                      </p:to>
                                    </p:set>
                                    <p:animEffect transition="in" filter="dissolve">
                                      <p:cBhvr>
                                        <p:cTn id="23" dur="1000"/>
                                        <p:tgtEl>
                                          <p:spTgt spid="15">
                                            <p:graphicEl>
                                              <a:dgm id="{A32FD4E3-F6D0-0246-964E-A47D05FA8164}"/>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5">
                                            <p:graphicEl>
                                              <a:dgm id="{5E017F74-F42C-B54B-B5FD-7487DBD385B7}"/>
                                            </p:graphicEl>
                                          </p:spTgt>
                                        </p:tgtEl>
                                        <p:attrNameLst>
                                          <p:attrName>style.visibility</p:attrName>
                                        </p:attrNameLst>
                                      </p:cBhvr>
                                      <p:to>
                                        <p:strVal val="visible"/>
                                      </p:to>
                                    </p:set>
                                    <p:animEffect transition="in" filter="dissolve">
                                      <p:cBhvr>
                                        <p:cTn id="28" dur="1000"/>
                                        <p:tgtEl>
                                          <p:spTgt spid="15">
                                            <p:graphicEl>
                                              <a:dgm id="{5E017F74-F42C-B54B-B5FD-7487DBD385B7}"/>
                                            </p:graphicEl>
                                          </p:spTgt>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5">
                                            <p:graphicEl>
                                              <a:dgm id="{85D32C1A-C675-8F45-9944-732EE0E7DB29}"/>
                                            </p:graphicEl>
                                          </p:spTgt>
                                        </p:tgtEl>
                                        <p:attrNameLst>
                                          <p:attrName>style.visibility</p:attrName>
                                        </p:attrNameLst>
                                      </p:cBhvr>
                                      <p:to>
                                        <p:strVal val="visible"/>
                                      </p:to>
                                    </p:set>
                                    <p:animEffect transition="in" filter="dissolve">
                                      <p:cBhvr>
                                        <p:cTn id="31" dur="1000"/>
                                        <p:tgtEl>
                                          <p:spTgt spid="15">
                                            <p:graphicEl>
                                              <a:dgm id="{85D32C1A-C675-8F45-9944-732EE0E7DB29}"/>
                                            </p:graphic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5">
                                            <p:graphicEl>
                                              <a:dgm id="{D9B25F99-6986-1244-A8F5-9C047E437436}"/>
                                            </p:graphicEl>
                                          </p:spTgt>
                                        </p:tgtEl>
                                        <p:attrNameLst>
                                          <p:attrName>style.visibility</p:attrName>
                                        </p:attrNameLst>
                                      </p:cBhvr>
                                      <p:to>
                                        <p:strVal val="visible"/>
                                      </p:to>
                                    </p:set>
                                    <p:animEffect transition="in" filter="dissolve">
                                      <p:cBhvr>
                                        <p:cTn id="34" dur="1000"/>
                                        <p:tgtEl>
                                          <p:spTgt spid="15">
                                            <p:graphicEl>
                                              <a:dgm id="{D9B25F99-6986-1244-A8F5-9C047E437436}"/>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4">
                                            <p:graphicEl>
                                              <a:dgm id="{9D30F5FC-6BEC-7440-9675-8A25A483FA22}"/>
                                            </p:graphicEl>
                                          </p:spTgt>
                                        </p:tgtEl>
                                        <p:attrNameLst>
                                          <p:attrName>style.visibility</p:attrName>
                                        </p:attrNameLst>
                                      </p:cBhvr>
                                      <p:to>
                                        <p:strVal val="visible"/>
                                      </p:to>
                                    </p:set>
                                    <p:animEffect transition="in" filter="dissolve">
                                      <p:cBhvr>
                                        <p:cTn id="39" dur="1000"/>
                                        <p:tgtEl>
                                          <p:spTgt spid="14">
                                            <p:graphicEl>
                                              <a:dgm id="{9D30F5FC-6BEC-7440-9675-8A25A483FA22}"/>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14">
                                            <p:graphicEl>
                                              <a:dgm id="{95A09DDD-FCDF-7D4A-BDD7-94077CC7CF29}"/>
                                            </p:graphicEl>
                                          </p:spTgt>
                                        </p:tgtEl>
                                        <p:attrNameLst>
                                          <p:attrName>style.visibility</p:attrName>
                                        </p:attrNameLst>
                                      </p:cBhvr>
                                      <p:to>
                                        <p:strVal val="visible"/>
                                      </p:to>
                                    </p:set>
                                    <p:animEffect transition="in" filter="dissolve">
                                      <p:cBhvr>
                                        <p:cTn id="44" dur="1000"/>
                                        <p:tgtEl>
                                          <p:spTgt spid="14">
                                            <p:graphicEl>
                                              <a:dgm id="{95A09DDD-FCDF-7D4A-BDD7-94077CC7CF29}"/>
                                            </p:graphicEl>
                                          </p:spTgt>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14">
                                            <p:graphicEl>
                                              <a:dgm id="{D778625E-0A98-6844-B87F-FC442C571990}"/>
                                            </p:graphicEl>
                                          </p:spTgt>
                                        </p:tgtEl>
                                        <p:attrNameLst>
                                          <p:attrName>style.visibility</p:attrName>
                                        </p:attrNameLst>
                                      </p:cBhvr>
                                      <p:to>
                                        <p:strVal val="visible"/>
                                      </p:to>
                                    </p:set>
                                    <p:animEffect transition="in" filter="dissolve">
                                      <p:cBhvr>
                                        <p:cTn id="47" dur="1000"/>
                                        <p:tgtEl>
                                          <p:spTgt spid="14">
                                            <p:graphicEl>
                                              <a:dgm id="{D778625E-0A98-6844-B87F-FC442C571990}"/>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4">
                                            <p:graphicEl>
                                              <a:dgm id="{6DD3389C-D49D-3549-BD87-09FDC9F83AA3}"/>
                                            </p:graphicEl>
                                          </p:spTgt>
                                        </p:tgtEl>
                                        <p:attrNameLst>
                                          <p:attrName>style.visibility</p:attrName>
                                        </p:attrNameLst>
                                      </p:cBhvr>
                                      <p:to>
                                        <p:strVal val="visible"/>
                                      </p:to>
                                    </p:set>
                                    <p:animEffect transition="in" filter="dissolve">
                                      <p:cBhvr>
                                        <p:cTn id="52" dur="1000"/>
                                        <p:tgtEl>
                                          <p:spTgt spid="14">
                                            <p:graphicEl>
                                              <a:dgm id="{6DD3389C-D49D-3549-BD87-09FDC9F83AA3}"/>
                                            </p:graphicEl>
                                          </p:spTgt>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14">
                                            <p:graphicEl>
                                              <a:dgm id="{A32FD4E3-F6D0-0246-964E-A47D05FA8164}"/>
                                            </p:graphicEl>
                                          </p:spTgt>
                                        </p:tgtEl>
                                        <p:attrNameLst>
                                          <p:attrName>style.visibility</p:attrName>
                                        </p:attrNameLst>
                                      </p:cBhvr>
                                      <p:to>
                                        <p:strVal val="visible"/>
                                      </p:to>
                                    </p:set>
                                    <p:animEffect transition="in" filter="dissolve">
                                      <p:cBhvr>
                                        <p:cTn id="55" dur="1000"/>
                                        <p:tgtEl>
                                          <p:spTgt spid="14">
                                            <p:graphicEl>
                                              <a:dgm id="{A32FD4E3-F6D0-0246-964E-A47D05FA8164}"/>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14">
                                            <p:graphicEl>
                                              <a:dgm id="{5E017F74-F42C-B54B-B5FD-7487DBD385B7}"/>
                                            </p:graphicEl>
                                          </p:spTgt>
                                        </p:tgtEl>
                                        <p:attrNameLst>
                                          <p:attrName>style.visibility</p:attrName>
                                        </p:attrNameLst>
                                      </p:cBhvr>
                                      <p:to>
                                        <p:strVal val="visible"/>
                                      </p:to>
                                    </p:set>
                                    <p:animEffect transition="in" filter="dissolve">
                                      <p:cBhvr>
                                        <p:cTn id="60" dur="1000"/>
                                        <p:tgtEl>
                                          <p:spTgt spid="14">
                                            <p:graphicEl>
                                              <a:dgm id="{5E017F74-F42C-B54B-B5FD-7487DBD385B7}"/>
                                            </p:graphicEl>
                                          </p:spTgt>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14">
                                            <p:graphicEl>
                                              <a:dgm id="{85D32C1A-C675-8F45-9944-732EE0E7DB29}"/>
                                            </p:graphicEl>
                                          </p:spTgt>
                                        </p:tgtEl>
                                        <p:attrNameLst>
                                          <p:attrName>style.visibility</p:attrName>
                                        </p:attrNameLst>
                                      </p:cBhvr>
                                      <p:to>
                                        <p:strVal val="visible"/>
                                      </p:to>
                                    </p:set>
                                    <p:animEffect transition="in" filter="dissolve">
                                      <p:cBhvr>
                                        <p:cTn id="63" dur="1000"/>
                                        <p:tgtEl>
                                          <p:spTgt spid="14">
                                            <p:graphicEl>
                                              <a:dgm id="{85D32C1A-C675-8F45-9944-732EE0E7DB29}"/>
                                            </p:graphicEl>
                                          </p:spTgt>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14">
                                            <p:graphicEl>
                                              <a:dgm id="{D9B25F99-6986-1244-A8F5-9C047E437436}"/>
                                            </p:graphicEl>
                                          </p:spTgt>
                                        </p:tgtEl>
                                        <p:attrNameLst>
                                          <p:attrName>style.visibility</p:attrName>
                                        </p:attrNameLst>
                                      </p:cBhvr>
                                      <p:to>
                                        <p:strVal val="visible"/>
                                      </p:to>
                                    </p:set>
                                    <p:animEffect transition="in" filter="dissolve">
                                      <p:cBhvr>
                                        <p:cTn id="66" dur="1000"/>
                                        <p:tgtEl>
                                          <p:spTgt spid="14">
                                            <p:graphicEl>
                                              <a:dgm id="{D9B25F99-6986-1244-A8F5-9C047E437436}"/>
                                            </p:graphicEl>
                                          </p:spTgt>
                                        </p:tgtEl>
                                      </p:cBhvr>
                                    </p:animEffect>
                                  </p:childTnLst>
                                </p:cTn>
                              </p:par>
                            </p:childTnLst>
                          </p:cTn>
                        </p:par>
                        <p:par>
                          <p:cTn id="67" fill="hold">
                            <p:stCondLst>
                              <p:cond delay="1000"/>
                            </p:stCondLst>
                            <p:childTnLst>
                              <p:par>
                                <p:cTn id="68" presetID="9" presetClass="entr" presetSubtype="0" fill="hold" grpId="0" nodeType="afterEffect">
                                  <p:stCondLst>
                                    <p:cond delay="0"/>
                                  </p:stCondLst>
                                  <p:childTnLst>
                                    <p:set>
                                      <p:cBhvr>
                                        <p:cTn id="69" dur="1" fill="hold">
                                          <p:stCondLst>
                                            <p:cond delay="0"/>
                                          </p:stCondLst>
                                        </p:cTn>
                                        <p:tgtEl>
                                          <p:spTgt spid="3"/>
                                        </p:tgtEl>
                                        <p:attrNameLst>
                                          <p:attrName>style.visibility</p:attrName>
                                        </p:attrNameLst>
                                      </p:cBhvr>
                                      <p:to>
                                        <p:strVal val="visible"/>
                                      </p:to>
                                    </p:set>
                                    <p:animEffect transition="in" filter="dissolve">
                                      <p:cBhvr>
                                        <p:cTn id="7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4" grpId="0">
        <p:bldSub>
          <a:bldDgm bld="one"/>
        </p:bldSub>
      </p:bldGraphic>
      <p:bldGraphic spid="15" grpId="0">
        <p:bldSub>
          <a:bldDgm bld="one"/>
        </p:bldSub>
      </p:bldGraphic>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273D4-7D18-7A45-9448-BB536F11412E}"/>
              </a:ext>
            </a:extLst>
          </p:cNvPr>
          <p:cNvSpPr>
            <a:spLocks noGrp="1"/>
          </p:cNvSpPr>
          <p:nvPr>
            <p:ph type="title"/>
          </p:nvPr>
        </p:nvSpPr>
        <p:spPr/>
        <p:txBody>
          <a:bodyPr/>
          <a:lstStyle/>
          <a:p>
            <a:r>
              <a:rPr lang="en-US" dirty="0"/>
              <a:t>Carbon Fixation</a:t>
            </a:r>
          </a:p>
        </p:txBody>
      </p:sp>
      <p:graphicFrame>
        <p:nvGraphicFramePr>
          <p:cNvPr id="12" name="Diagram 11">
            <a:extLst>
              <a:ext uri="{FF2B5EF4-FFF2-40B4-BE49-F238E27FC236}">
                <a16:creationId xmlns:a16="http://schemas.microsoft.com/office/drawing/2014/main" id="{923E9D7A-4207-FF43-B783-92C066E6EFE7}"/>
              </a:ext>
            </a:extLst>
          </p:cNvPr>
          <p:cNvGraphicFramePr/>
          <p:nvPr>
            <p:extLst>
              <p:ext uri="{D42A27DB-BD31-4B8C-83A1-F6EECF244321}">
                <p14:modId xmlns:p14="http://schemas.microsoft.com/office/powerpoint/2010/main" val="1813442107"/>
              </p:ext>
            </p:extLst>
          </p:nvPr>
        </p:nvGraphicFramePr>
        <p:xfrm>
          <a:off x="459984" y="1288895"/>
          <a:ext cx="6016859" cy="29942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3" name="Diagram 12">
            <a:extLst>
              <a:ext uri="{FF2B5EF4-FFF2-40B4-BE49-F238E27FC236}">
                <a16:creationId xmlns:a16="http://schemas.microsoft.com/office/drawing/2014/main" id="{B2377141-AAD9-8749-887E-827FE2103979}"/>
              </a:ext>
            </a:extLst>
          </p:cNvPr>
          <p:cNvGraphicFramePr/>
          <p:nvPr>
            <p:extLst>
              <p:ext uri="{D42A27DB-BD31-4B8C-83A1-F6EECF244321}">
                <p14:modId xmlns:p14="http://schemas.microsoft.com/office/powerpoint/2010/main" val="3598332023"/>
              </p:ext>
            </p:extLst>
          </p:nvPr>
        </p:nvGraphicFramePr>
        <p:xfrm>
          <a:off x="5323120" y="3154116"/>
          <a:ext cx="6091112" cy="295327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3076" name="Picture 4" descr="Active Hydrothermal Vent Site (Black Smoker) Source: MARUM Research... |  Download Scientific Diagram">
            <a:extLst>
              <a:ext uri="{FF2B5EF4-FFF2-40B4-BE49-F238E27FC236}">
                <a16:creationId xmlns:a16="http://schemas.microsoft.com/office/drawing/2014/main" id="{E73C7489-5AD8-8444-9C97-CEF2F064748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67054" y="612087"/>
            <a:ext cx="3956966" cy="219728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Photoautotroph: Definition And Examples | Science Trends">
            <a:extLst>
              <a:ext uri="{FF2B5EF4-FFF2-40B4-BE49-F238E27FC236}">
                <a16:creationId xmlns:a16="http://schemas.microsoft.com/office/drawing/2014/main" id="{EFE45AAC-9C8A-654B-A744-B2B5835F71A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80141" y="3857065"/>
            <a:ext cx="3287059" cy="1935256"/>
          </a:xfrm>
          <a:prstGeom prst="rect">
            <a:avLst/>
          </a:prstGeom>
          <a:noFill/>
          <a:extLst>
            <a:ext uri="{909E8E84-426E-40DD-AFC4-6F175D3DCCD1}">
              <a14:hiddenFill xmlns:a14="http://schemas.microsoft.com/office/drawing/2010/main">
                <a:solidFill>
                  <a:srgbClr val="FFFFFF"/>
                </a:solidFill>
              </a14:hiddenFill>
            </a:ext>
          </a:extLst>
        </p:spPr>
      </p:pic>
      <p:sp>
        <p:nvSpPr>
          <p:cNvPr id="16" name="Parallelogram 15">
            <a:extLst>
              <a:ext uri="{FF2B5EF4-FFF2-40B4-BE49-F238E27FC236}">
                <a16:creationId xmlns:a16="http://schemas.microsoft.com/office/drawing/2014/main" id="{860870E7-507D-0146-8F7B-BB509DADE1E3}"/>
              </a:ext>
            </a:extLst>
          </p:cNvPr>
          <p:cNvSpPr/>
          <p:nvPr/>
        </p:nvSpPr>
        <p:spPr>
          <a:xfrm>
            <a:off x="764628" y="6176966"/>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Importance?</a:t>
            </a:r>
          </a:p>
        </p:txBody>
      </p:sp>
      <p:sp>
        <p:nvSpPr>
          <p:cNvPr id="17" name="Parallelogram 16">
            <a:extLst>
              <a:ext uri="{FF2B5EF4-FFF2-40B4-BE49-F238E27FC236}">
                <a16:creationId xmlns:a16="http://schemas.microsoft.com/office/drawing/2014/main" id="{60C421A4-B97D-1F41-852C-3A6689294F16}"/>
              </a:ext>
            </a:extLst>
          </p:cNvPr>
          <p:cNvSpPr/>
          <p:nvPr/>
        </p:nvSpPr>
        <p:spPr>
          <a:xfrm>
            <a:off x="2088931" y="6176965"/>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The Carbon Cycle</a:t>
            </a:r>
          </a:p>
        </p:txBody>
      </p:sp>
      <p:sp>
        <p:nvSpPr>
          <p:cNvPr id="18" name="Parallelogram 17">
            <a:extLst>
              <a:ext uri="{FF2B5EF4-FFF2-40B4-BE49-F238E27FC236}">
                <a16:creationId xmlns:a16="http://schemas.microsoft.com/office/drawing/2014/main" id="{259F6526-3492-6148-85B3-47B357DF4A28}"/>
              </a:ext>
            </a:extLst>
          </p:cNvPr>
          <p:cNvSpPr/>
          <p:nvPr/>
        </p:nvSpPr>
        <p:spPr>
          <a:xfrm>
            <a:off x="3413234" y="6176964"/>
            <a:ext cx="1379483" cy="200189"/>
          </a:xfrm>
          <a:prstGeom prst="parallelogram">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Carbon Fixation </a:t>
            </a:r>
          </a:p>
        </p:txBody>
      </p:sp>
      <p:sp>
        <p:nvSpPr>
          <p:cNvPr id="19" name="Parallelogram 18">
            <a:extLst>
              <a:ext uri="{FF2B5EF4-FFF2-40B4-BE49-F238E27FC236}">
                <a16:creationId xmlns:a16="http://schemas.microsoft.com/office/drawing/2014/main" id="{360A4653-0B36-C744-BACE-05A68DA95B59}"/>
              </a:ext>
            </a:extLst>
          </p:cNvPr>
          <p:cNvSpPr/>
          <p:nvPr/>
        </p:nvSpPr>
        <p:spPr>
          <a:xfrm>
            <a:off x="4737537"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Redox</a:t>
            </a:r>
          </a:p>
        </p:txBody>
      </p:sp>
      <p:sp>
        <p:nvSpPr>
          <p:cNvPr id="20" name="Parallelogram 19">
            <a:extLst>
              <a:ext uri="{FF2B5EF4-FFF2-40B4-BE49-F238E27FC236}">
                <a16:creationId xmlns:a16="http://schemas.microsoft.com/office/drawing/2014/main" id="{E4F9C001-218A-D341-8EC4-C8229F79EF4A}"/>
              </a:ext>
            </a:extLst>
          </p:cNvPr>
          <p:cNvSpPr/>
          <p:nvPr/>
        </p:nvSpPr>
        <p:spPr>
          <a:xfrm>
            <a:off x="6061840"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Chemoautotrophs</a:t>
            </a:r>
          </a:p>
        </p:txBody>
      </p:sp>
      <p:sp>
        <p:nvSpPr>
          <p:cNvPr id="21" name="Parallelogram 20">
            <a:extLst>
              <a:ext uri="{FF2B5EF4-FFF2-40B4-BE49-F238E27FC236}">
                <a16:creationId xmlns:a16="http://schemas.microsoft.com/office/drawing/2014/main" id="{AA0ECFFD-0FDD-EA4D-B888-11925720778F}"/>
              </a:ext>
            </a:extLst>
          </p:cNvPr>
          <p:cNvSpPr/>
          <p:nvPr/>
        </p:nvSpPr>
        <p:spPr>
          <a:xfrm>
            <a:off x="7386143"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Photoautotrophs</a:t>
            </a:r>
          </a:p>
        </p:txBody>
      </p:sp>
      <p:sp>
        <p:nvSpPr>
          <p:cNvPr id="22" name="Parallelogram 21">
            <a:extLst>
              <a:ext uri="{FF2B5EF4-FFF2-40B4-BE49-F238E27FC236}">
                <a16:creationId xmlns:a16="http://schemas.microsoft.com/office/drawing/2014/main" id="{826314F8-7824-A64F-B563-DCD3D09AB0FD}"/>
              </a:ext>
            </a:extLst>
          </p:cNvPr>
          <p:cNvSpPr/>
          <p:nvPr/>
        </p:nvSpPr>
        <p:spPr>
          <a:xfrm>
            <a:off x="8710446"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NPP</a:t>
            </a:r>
          </a:p>
        </p:txBody>
      </p:sp>
      <p:sp>
        <p:nvSpPr>
          <p:cNvPr id="23" name="Parallelogram 22">
            <a:extLst>
              <a:ext uri="{FF2B5EF4-FFF2-40B4-BE49-F238E27FC236}">
                <a16:creationId xmlns:a16="http://schemas.microsoft.com/office/drawing/2014/main" id="{6282AD87-5E35-0B47-B46F-F6986E567058}"/>
              </a:ext>
            </a:extLst>
          </p:cNvPr>
          <p:cNvSpPr/>
          <p:nvPr/>
        </p:nvSpPr>
        <p:spPr>
          <a:xfrm>
            <a:off x="10034749"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Summary</a:t>
            </a:r>
          </a:p>
        </p:txBody>
      </p:sp>
    </p:spTree>
    <p:extLst>
      <p:ext uri="{BB962C8B-B14F-4D97-AF65-F5344CB8AC3E}">
        <p14:creationId xmlns:p14="http://schemas.microsoft.com/office/powerpoint/2010/main" val="2040267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graphicEl>
                                              <a:dgm id="{0816C2DD-2BD4-8141-B4CF-D4CB9613424B}"/>
                                            </p:graphicEl>
                                          </p:spTgt>
                                        </p:tgtEl>
                                        <p:attrNameLst>
                                          <p:attrName>style.visibility</p:attrName>
                                        </p:attrNameLst>
                                      </p:cBhvr>
                                      <p:to>
                                        <p:strVal val="visible"/>
                                      </p:to>
                                    </p:set>
                                    <p:animEffect transition="in" filter="dissolve">
                                      <p:cBhvr>
                                        <p:cTn id="7" dur="1000"/>
                                        <p:tgtEl>
                                          <p:spTgt spid="12">
                                            <p:graphicEl>
                                              <a:dgm id="{0816C2DD-2BD4-8141-B4CF-D4CB9613424B}"/>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
                                            <p:graphicEl>
                                              <a:dgm id="{08D007E6-EB61-4C43-A6EF-8D16D18472F2}"/>
                                            </p:graphicEl>
                                          </p:spTgt>
                                        </p:tgtEl>
                                        <p:attrNameLst>
                                          <p:attrName>style.visibility</p:attrName>
                                        </p:attrNameLst>
                                      </p:cBhvr>
                                      <p:to>
                                        <p:strVal val="visible"/>
                                      </p:to>
                                    </p:set>
                                    <p:animEffect transition="in" filter="dissolve">
                                      <p:cBhvr>
                                        <p:cTn id="12" dur="1000"/>
                                        <p:tgtEl>
                                          <p:spTgt spid="12">
                                            <p:graphicEl>
                                              <a:dgm id="{08D007E6-EB61-4C43-A6EF-8D16D18472F2}"/>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graphicEl>
                                              <a:dgm id="{E3278D37-F8C9-8741-966E-8EBC266827B9}"/>
                                            </p:graphicEl>
                                          </p:spTgt>
                                        </p:tgtEl>
                                        <p:attrNameLst>
                                          <p:attrName>style.visibility</p:attrName>
                                        </p:attrNameLst>
                                      </p:cBhvr>
                                      <p:to>
                                        <p:strVal val="visible"/>
                                      </p:to>
                                    </p:set>
                                    <p:animEffect transition="in" filter="dissolve">
                                      <p:cBhvr>
                                        <p:cTn id="17" dur="1000"/>
                                        <p:tgtEl>
                                          <p:spTgt spid="12">
                                            <p:graphicEl>
                                              <a:dgm id="{E3278D37-F8C9-8741-966E-8EBC266827B9}"/>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
                                            <p:graphicEl>
                                              <a:dgm id="{86E8E0D7-CAC5-AB46-ADCF-BDB49B52B899}"/>
                                            </p:graphicEl>
                                          </p:spTgt>
                                        </p:tgtEl>
                                        <p:attrNameLst>
                                          <p:attrName>style.visibility</p:attrName>
                                        </p:attrNameLst>
                                      </p:cBhvr>
                                      <p:to>
                                        <p:strVal val="visible"/>
                                      </p:to>
                                    </p:set>
                                    <p:animEffect transition="in" filter="dissolve">
                                      <p:cBhvr>
                                        <p:cTn id="22" dur="1000"/>
                                        <p:tgtEl>
                                          <p:spTgt spid="12">
                                            <p:graphicEl>
                                              <a:dgm id="{86E8E0D7-CAC5-AB46-ADCF-BDB49B52B899}"/>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2">
                                            <p:graphicEl>
                                              <a:dgm id="{9977461D-1BB4-7947-ACD8-28F114AFE491}"/>
                                            </p:graphicEl>
                                          </p:spTgt>
                                        </p:tgtEl>
                                        <p:attrNameLst>
                                          <p:attrName>style.visibility</p:attrName>
                                        </p:attrNameLst>
                                      </p:cBhvr>
                                      <p:to>
                                        <p:strVal val="visible"/>
                                      </p:to>
                                    </p:set>
                                    <p:animEffect transition="in" filter="dissolve">
                                      <p:cBhvr>
                                        <p:cTn id="27" dur="1000"/>
                                        <p:tgtEl>
                                          <p:spTgt spid="12">
                                            <p:graphicEl>
                                              <a:dgm id="{9977461D-1BB4-7947-ACD8-28F114AFE491}"/>
                                            </p:graphic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076"/>
                                        </p:tgtEl>
                                        <p:attrNameLst>
                                          <p:attrName>style.visibility</p:attrName>
                                        </p:attrNameLst>
                                      </p:cBhvr>
                                      <p:to>
                                        <p:strVal val="visible"/>
                                      </p:to>
                                    </p:set>
                                    <p:animEffect transition="in" filter="dissolve">
                                      <p:cBhvr>
                                        <p:cTn id="30" dur="1000"/>
                                        <p:tgtEl>
                                          <p:spTgt spid="3076"/>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3">
                                            <p:graphicEl>
                                              <a:dgm id="{0816C2DD-2BD4-8141-B4CF-D4CB9613424B}"/>
                                            </p:graphicEl>
                                          </p:spTgt>
                                        </p:tgtEl>
                                        <p:attrNameLst>
                                          <p:attrName>style.visibility</p:attrName>
                                        </p:attrNameLst>
                                      </p:cBhvr>
                                      <p:to>
                                        <p:strVal val="visible"/>
                                      </p:to>
                                    </p:set>
                                    <p:animEffect transition="in" filter="dissolve">
                                      <p:cBhvr>
                                        <p:cTn id="35" dur="1000"/>
                                        <p:tgtEl>
                                          <p:spTgt spid="13">
                                            <p:graphicEl>
                                              <a:dgm id="{0816C2DD-2BD4-8141-B4CF-D4CB9613424B}"/>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3">
                                            <p:graphicEl>
                                              <a:dgm id="{08D007E6-EB61-4C43-A6EF-8D16D18472F2}"/>
                                            </p:graphicEl>
                                          </p:spTgt>
                                        </p:tgtEl>
                                        <p:attrNameLst>
                                          <p:attrName>style.visibility</p:attrName>
                                        </p:attrNameLst>
                                      </p:cBhvr>
                                      <p:to>
                                        <p:strVal val="visible"/>
                                      </p:to>
                                    </p:set>
                                    <p:animEffect transition="in" filter="dissolve">
                                      <p:cBhvr>
                                        <p:cTn id="40" dur="1000"/>
                                        <p:tgtEl>
                                          <p:spTgt spid="13">
                                            <p:graphicEl>
                                              <a:dgm id="{08D007E6-EB61-4C43-A6EF-8D16D18472F2}"/>
                                            </p:graphic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13">
                                            <p:graphicEl>
                                              <a:dgm id="{E3278D37-F8C9-8741-966E-8EBC266827B9}"/>
                                            </p:graphicEl>
                                          </p:spTgt>
                                        </p:tgtEl>
                                        <p:attrNameLst>
                                          <p:attrName>style.visibility</p:attrName>
                                        </p:attrNameLst>
                                      </p:cBhvr>
                                      <p:to>
                                        <p:strVal val="visible"/>
                                      </p:to>
                                    </p:set>
                                    <p:animEffect transition="in" filter="dissolve">
                                      <p:cBhvr>
                                        <p:cTn id="45" dur="1000"/>
                                        <p:tgtEl>
                                          <p:spTgt spid="13">
                                            <p:graphicEl>
                                              <a:dgm id="{E3278D37-F8C9-8741-966E-8EBC266827B9}"/>
                                            </p:graphicEl>
                                          </p:spTgt>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13">
                                            <p:graphicEl>
                                              <a:dgm id="{86E8E0D7-CAC5-AB46-ADCF-BDB49B52B899}"/>
                                            </p:graphicEl>
                                          </p:spTgt>
                                        </p:tgtEl>
                                        <p:attrNameLst>
                                          <p:attrName>style.visibility</p:attrName>
                                        </p:attrNameLst>
                                      </p:cBhvr>
                                      <p:to>
                                        <p:strVal val="visible"/>
                                      </p:to>
                                    </p:set>
                                    <p:animEffect transition="in" filter="dissolve">
                                      <p:cBhvr>
                                        <p:cTn id="50" dur="1000"/>
                                        <p:tgtEl>
                                          <p:spTgt spid="13">
                                            <p:graphicEl>
                                              <a:dgm id="{86E8E0D7-CAC5-AB46-ADCF-BDB49B52B899}"/>
                                            </p:graphicEl>
                                          </p:spTgt>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13">
                                            <p:graphicEl>
                                              <a:dgm id="{9977461D-1BB4-7947-ACD8-28F114AFE491}"/>
                                            </p:graphicEl>
                                          </p:spTgt>
                                        </p:tgtEl>
                                        <p:attrNameLst>
                                          <p:attrName>style.visibility</p:attrName>
                                        </p:attrNameLst>
                                      </p:cBhvr>
                                      <p:to>
                                        <p:strVal val="visible"/>
                                      </p:to>
                                    </p:set>
                                    <p:animEffect transition="in" filter="dissolve">
                                      <p:cBhvr>
                                        <p:cTn id="55" dur="1000"/>
                                        <p:tgtEl>
                                          <p:spTgt spid="13">
                                            <p:graphicEl>
                                              <a:dgm id="{9977461D-1BB4-7947-ACD8-28F114AFE491}"/>
                                            </p:graphicEl>
                                          </p:spTgt>
                                        </p:tgtEl>
                                      </p:cBhvr>
                                    </p:animEffect>
                                  </p:childTnLst>
                                </p:cTn>
                              </p:par>
                            </p:childTnLst>
                          </p:cTn>
                        </p:par>
                        <p:par>
                          <p:cTn id="56" fill="hold">
                            <p:stCondLst>
                              <p:cond delay="1000"/>
                            </p:stCondLst>
                            <p:childTnLst>
                              <p:par>
                                <p:cTn id="57" presetID="9" presetClass="entr" presetSubtype="0" fill="hold" nodeType="afterEffect">
                                  <p:stCondLst>
                                    <p:cond delay="0"/>
                                  </p:stCondLst>
                                  <p:childTnLst>
                                    <p:set>
                                      <p:cBhvr>
                                        <p:cTn id="58" dur="1" fill="hold">
                                          <p:stCondLst>
                                            <p:cond delay="0"/>
                                          </p:stCondLst>
                                        </p:cTn>
                                        <p:tgtEl>
                                          <p:spTgt spid="3078"/>
                                        </p:tgtEl>
                                        <p:attrNameLst>
                                          <p:attrName>style.visibility</p:attrName>
                                        </p:attrNameLst>
                                      </p:cBhvr>
                                      <p:to>
                                        <p:strVal val="visible"/>
                                      </p:to>
                                    </p:set>
                                    <p:animEffect transition="in" filter="dissolve">
                                      <p:cBhvr>
                                        <p:cTn id="59" dur="500"/>
                                        <p:tgtEl>
                                          <p:spTgt spid="3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Sub>
          <a:bldDgm bld="one"/>
        </p:bldSub>
      </p:bldGraphic>
      <p:bldGraphic spid="13" grpId="0" uiExpand="1">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C17A9-980B-F247-909F-B8EAD8C28708}"/>
              </a:ext>
            </a:extLst>
          </p:cNvPr>
          <p:cNvSpPr>
            <a:spLocks noGrp="1"/>
          </p:cNvSpPr>
          <p:nvPr>
            <p:ph type="title"/>
          </p:nvPr>
        </p:nvSpPr>
        <p:spPr/>
        <p:txBody>
          <a:bodyPr/>
          <a:lstStyle/>
          <a:p>
            <a:r>
              <a:rPr lang="en-US" dirty="0"/>
              <a:t>Redox Reactions</a:t>
            </a:r>
          </a:p>
        </p:txBody>
      </p:sp>
      <p:sp>
        <p:nvSpPr>
          <p:cNvPr id="12" name="Oval 11">
            <a:extLst>
              <a:ext uri="{FF2B5EF4-FFF2-40B4-BE49-F238E27FC236}">
                <a16:creationId xmlns:a16="http://schemas.microsoft.com/office/drawing/2014/main" id="{1B8874C8-FB69-8349-8847-39B6B02EBDB5}"/>
              </a:ext>
            </a:extLst>
          </p:cNvPr>
          <p:cNvSpPr/>
          <p:nvPr/>
        </p:nvSpPr>
        <p:spPr>
          <a:xfrm>
            <a:off x="1064706" y="2702170"/>
            <a:ext cx="1477108" cy="1477108"/>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3F7FC81-E303-F946-AE2C-23EBDD23B7CF}"/>
              </a:ext>
            </a:extLst>
          </p:cNvPr>
          <p:cNvSpPr/>
          <p:nvPr/>
        </p:nvSpPr>
        <p:spPr>
          <a:xfrm>
            <a:off x="3045906" y="2696308"/>
            <a:ext cx="1477108" cy="1477108"/>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4B7EA32-1E33-4B4B-86D3-BF8169F6A164}"/>
              </a:ext>
            </a:extLst>
          </p:cNvPr>
          <p:cNvSpPr/>
          <p:nvPr/>
        </p:nvSpPr>
        <p:spPr>
          <a:xfrm>
            <a:off x="7291334" y="2696308"/>
            <a:ext cx="1477108" cy="1477108"/>
          </a:xfrm>
          <a:prstGeom prst="ellips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B058B67-7635-AB44-B530-3364892D4CD9}"/>
              </a:ext>
            </a:extLst>
          </p:cNvPr>
          <p:cNvSpPr/>
          <p:nvPr/>
        </p:nvSpPr>
        <p:spPr>
          <a:xfrm>
            <a:off x="9180006" y="2696308"/>
            <a:ext cx="1477108" cy="1477108"/>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C02033C2-96C4-4042-879E-4D0EA68626B4}"/>
              </a:ext>
            </a:extLst>
          </p:cNvPr>
          <p:cNvCxnSpPr/>
          <p:nvPr/>
        </p:nvCxnSpPr>
        <p:spPr>
          <a:xfrm>
            <a:off x="4844561" y="3440724"/>
            <a:ext cx="2274277"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urved Connector 16">
            <a:extLst>
              <a:ext uri="{FF2B5EF4-FFF2-40B4-BE49-F238E27FC236}">
                <a16:creationId xmlns:a16="http://schemas.microsoft.com/office/drawing/2014/main" id="{B4BAE6D5-1654-BF4D-8A9B-C40F988570B8}"/>
              </a:ext>
            </a:extLst>
          </p:cNvPr>
          <p:cNvCxnSpPr>
            <a:cxnSpLocks/>
          </p:cNvCxnSpPr>
          <p:nvPr/>
        </p:nvCxnSpPr>
        <p:spPr>
          <a:xfrm rot="5400000" flipH="1" flipV="1">
            <a:off x="4913643" y="-560543"/>
            <a:ext cx="5862" cy="6226628"/>
          </a:xfrm>
          <a:prstGeom prst="curvedConnector3">
            <a:avLst>
              <a:gd name="adj1" fmla="val 3999693"/>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urved Connector 17">
            <a:extLst>
              <a:ext uri="{FF2B5EF4-FFF2-40B4-BE49-F238E27FC236}">
                <a16:creationId xmlns:a16="http://schemas.microsoft.com/office/drawing/2014/main" id="{78C5DD06-587E-CC4E-9D1F-9FD33AB0A50E}"/>
              </a:ext>
            </a:extLst>
          </p:cNvPr>
          <p:cNvCxnSpPr>
            <a:cxnSpLocks/>
          </p:cNvCxnSpPr>
          <p:nvPr/>
        </p:nvCxnSpPr>
        <p:spPr>
          <a:xfrm rot="16200000" flipH="1">
            <a:off x="6845160" y="1253323"/>
            <a:ext cx="12700" cy="6134100"/>
          </a:xfrm>
          <a:prstGeom prst="curvedConnector3">
            <a:avLst>
              <a:gd name="adj1" fmla="val 1800000"/>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8EB07C6-B9B1-9B4B-AEDD-5D20CCBEDE46}"/>
              </a:ext>
            </a:extLst>
          </p:cNvPr>
          <p:cNvSpPr txBox="1"/>
          <p:nvPr/>
        </p:nvSpPr>
        <p:spPr>
          <a:xfrm>
            <a:off x="3482590" y="1901503"/>
            <a:ext cx="3636248" cy="369332"/>
          </a:xfrm>
          <a:prstGeom prst="rect">
            <a:avLst/>
          </a:prstGeom>
          <a:noFill/>
        </p:spPr>
        <p:txBody>
          <a:bodyPr wrap="square" rtlCol="0">
            <a:spAutoFit/>
          </a:bodyPr>
          <a:lstStyle/>
          <a:p>
            <a:r>
              <a:rPr lang="en-US" dirty="0"/>
              <a:t>Loss of electron (oxidation)</a:t>
            </a:r>
          </a:p>
        </p:txBody>
      </p:sp>
      <p:sp>
        <p:nvSpPr>
          <p:cNvPr id="20" name="TextBox 19">
            <a:extLst>
              <a:ext uri="{FF2B5EF4-FFF2-40B4-BE49-F238E27FC236}">
                <a16:creationId xmlns:a16="http://schemas.microsoft.com/office/drawing/2014/main" id="{EDB59BF6-F198-384D-8120-F8B4F3153D46}"/>
              </a:ext>
            </a:extLst>
          </p:cNvPr>
          <p:cNvSpPr txBox="1"/>
          <p:nvPr/>
        </p:nvSpPr>
        <p:spPr>
          <a:xfrm>
            <a:off x="5473210" y="4655030"/>
            <a:ext cx="3636248" cy="369332"/>
          </a:xfrm>
          <a:prstGeom prst="rect">
            <a:avLst/>
          </a:prstGeom>
          <a:noFill/>
        </p:spPr>
        <p:txBody>
          <a:bodyPr wrap="square" rtlCol="0">
            <a:spAutoFit/>
          </a:bodyPr>
          <a:lstStyle/>
          <a:p>
            <a:r>
              <a:rPr lang="en-US" dirty="0"/>
              <a:t>Gain of electron (reduction)</a:t>
            </a:r>
          </a:p>
        </p:txBody>
      </p:sp>
      <p:sp>
        <p:nvSpPr>
          <p:cNvPr id="21" name="TextBox 20">
            <a:extLst>
              <a:ext uri="{FF2B5EF4-FFF2-40B4-BE49-F238E27FC236}">
                <a16:creationId xmlns:a16="http://schemas.microsoft.com/office/drawing/2014/main" id="{52FD9A2F-32B9-5244-BA06-C1679815D5A6}"/>
              </a:ext>
            </a:extLst>
          </p:cNvPr>
          <p:cNvSpPr txBox="1"/>
          <p:nvPr/>
        </p:nvSpPr>
        <p:spPr>
          <a:xfrm>
            <a:off x="2235200" y="2549840"/>
            <a:ext cx="306614" cy="369332"/>
          </a:xfrm>
          <a:prstGeom prst="rect">
            <a:avLst/>
          </a:prstGeom>
          <a:noFill/>
        </p:spPr>
        <p:txBody>
          <a:bodyPr wrap="square" rtlCol="0">
            <a:spAutoFit/>
          </a:bodyPr>
          <a:lstStyle/>
          <a:p>
            <a:r>
              <a:rPr lang="en-US" dirty="0"/>
              <a:t>0</a:t>
            </a:r>
          </a:p>
        </p:txBody>
      </p:sp>
      <p:sp>
        <p:nvSpPr>
          <p:cNvPr id="22" name="TextBox 21">
            <a:extLst>
              <a:ext uri="{FF2B5EF4-FFF2-40B4-BE49-F238E27FC236}">
                <a16:creationId xmlns:a16="http://schemas.microsoft.com/office/drawing/2014/main" id="{71115C10-2AEB-3645-83D5-C7EFA2171C3A}"/>
              </a:ext>
            </a:extLst>
          </p:cNvPr>
          <p:cNvSpPr txBox="1"/>
          <p:nvPr/>
        </p:nvSpPr>
        <p:spPr>
          <a:xfrm>
            <a:off x="4275992" y="2556687"/>
            <a:ext cx="306614" cy="369332"/>
          </a:xfrm>
          <a:prstGeom prst="rect">
            <a:avLst/>
          </a:prstGeom>
          <a:noFill/>
        </p:spPr>
        <p:txBody>
          <a:bodyPr wrap="square" rtlCol="0">
            <a:spAutoFit/>
          </a:bodyPr>
          <a:lstStyle/>
          <a:p>
            <a:r>
              <a:rPr lang="en-US" dirty="0"/>
              <a:t>0</a:t>
            </a:r>
          </a:p>
        </p:txBody>
      </p:sp>
      <p:sp>
        <p:nvSpPr>
          <p:cNvPr id="23" name="TextBox 22">
            <a:extLst>
              <a:ext uri="{FF2B5EF4-FFF2-40B4-BE49-F238E27FC236}">
                <a16:creationId xmlns:a16="http://schemas.microsoft.com/office/drawing/2014/main" id="{4F7CC6FA-B44B-2E4F-B6D3-1312BEDD2DF8}"/>
              </a:ext>
            </a:extLst>
          </p:cNvPr>
          <p:cNvSpPr txBox="1"/>
          <p:nvPr/>
        </p:nvSpPr>
        <p:spPr>
          <a:xfrm>
            <a:off x="8430915" y="2511642"/>
            <a:ext cx="306614" cy="369332"/>
          </a:xfrm>
          <a:prstGeom prst="rect">
            <a:avLst/>
          </a:prstGeom>
          <a:noFill/>
        </p:spPr>
        <p:txBody>
          <a:bodyPr wrap="square" rtlCol="0">
            <a:spAutoFit/>
          </a:bodyPr>
          <a:lstStyle/>
          <a:p>
            <a:r>
              <a:rPr lang="en-US" dirty="0"/>
              <a:t>+</a:t>
            </a:r>
          </a:p>
        </p:txBody>
      </p:sp>
      <p:sp>
        <p:nvSpPr>
          <p:cNvPr id="24" name="TextBox 23">
            <a:extLst>
              <a:ext uri="{FF2B5EF4-FFF2-40B4-BE49-F238E27FC236}">
                <a16:creationId xmlns:a16="http://schemas.microsoft.com/office/drawing/2014/main" id="{E97A492C-70FF-7C4B-83C4-510CD4ACD8D9}"/>
              </a:ext>
            </a:extLst>
          </p:cNvPr>
          <p:cNvSpPr txBox="1"/>
          <p:nvPr/>
        </p:nvSpPr>
        <p:spPr>
          <a:xfrm>
            <a:off x="10432002" y="2511642"/>
            <a:ext cx="306614" cy="369332"/>
          </a:xfrm>
          <a:prstGeom prst="rect">
            <a:avLst/>
          </a:prstGeom>
          <a:noFill/>
        </p:spPr>
        <p:txBody>
          <a:bodyPr wrap="square" rtlCol="0">
            <a:spAutoFit/>
          </a:bodyPr>
          <a:lstStyle/>
          <a:p>
            <a:r>
              <a:rPr lang="en-US" dirty="0"/>
              <a:t>-</a:t>
            </a:r>
          </a:p>
        </p:txBody>
      </p:sp>
      <p:sp>
        <p:nvSpPr>
          <p:cNvPr id="25" name="Oval 24">
            <a:extLst>
              <a:ext uri="{FF2B5EF4-FFF2-40B4-BE49-F238E27FC236}">
                <a16:creationId xmlns:a16="http://schemas.microsoft.com/office/drawing/2014/main" id="{E3C9721D-B556-6949-8DF4-2C01D0B87D5E}"/>
              </a:ext>
            </a:extLst>
          </p:cNvPr>
          <p:cNvSpPr/>
          <p:nvPr/>
        </p:nvSpPr>
        <p:spPr>
          <a:xfrm>
            <a:off x="5319763" y="2996548"/>
            <a:ext cx="306894" cy="306894"/>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BD71DEF3-6BAA-354C-AB08-7C17C50F70C9}"/>
              </a:ext>
            </a:extLst>
          </p:cNvPr>
          <p:cNvSpPr/>
          <p:nvPr/>
        </p:nvSpPr>
        <p:spPr>
          <a:xfrm>
            <a:off x="5981699" y="3019158"/>
            <a:ext cx="284284" cy="284284"/>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Curved Connector 26">
            <a:extLst>
              <a:ext uri="{FF2B5EF4-FFF2-40B4-BE49-F238E27FC236}">
                <a16:creationId xmlns:a16="http://schemas.microsoft.com/office/drawing/2014/main" id="{E40A773A-4AD7-324B-B371-4BAD8BABA5E0}"/>
              </a:ext>
            </a:extLst>
          </p:cNvPr>
          <p:cNvCxnSpPr>
            <a:cxnSpLocks/>
            <a:stCxn id="25" idx="0"/>
            <a:endCxn id="26" idx="0"/>
          </p:cNvCxnSpPr>
          <p:nvPr/>
        </p:nvCxnSpPr>
        <p:spPr>
          <a:xfrm rot="16200000" flipH="1">
            <a:off x="5787220" y="2682538"/>
            <a:ext cx="22610" cy="650631"/>
          </a:xfrm>
          <a:prstGeom prst="curvedConnector3">
            <a:avLst>
              <a:gd name="adj1" fmla="val -1011057"/>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452469F-20F8-964E-8C93-D16C72BC4872}"/>
              </a:ext>
            </a:extLst>
          </p:cNvPr>
          <p:cNvSpPr txBox="1"/>
          <p:nvPr/>
        </p:nvSpPr>
        <p:spPr>
          <a:xfrm>
            <a:off x="5626657" y="2466982"/>
            <a:ext cx="630535" cy="338554"/>
          </a:xfrm>
          <a:prstGeom prst="rect">
            <a:avLst/>
          </a:prstGeom>
          <a:noFill/>
        </p:spPr>
        <p:txBody>
          <a:bodyPr wrap="square" rtlCol="0">
            <a:spAutoFit/>
          </a:bodyPr>
          <a:lstStyle/>
          <a:p>
            <a:r>
              <a:rPr lang="en-US" sz="1600" dirty="0"/>
              <a:t>e</a:t>
            </a:r>
            <a:r>
              <a:rPr lang="en-US" sz="1600" baseline="30000" dirty="0"/>
              <a:t>-</a:t>
            </a:r>
            <a:endParaRPr lang="en-US" sz="1600" dirty="0"/>
          </a:p>
        </p:txBody>
      </p:sp>
      <p:sp>
        <p:nvSpPr>
          <p:cNvPr id="29" name="TextBox 28">
            <a:extLst>
              <a:ext uri="{FF2B5EF4-FFF2-40B4-BE49-F238E27FC236}">
                <a16:creationId xmlns:a16="http://schemas.microsoft.com/office/drawing/2014/main" id="{6C362404-DCFA-894B-9861-2424AA2FE7B2}"/>
              </a:ext>
            </a:extLst>
          </p:cNvPr>
          <p:cNvSpPr txBox="1"/>
          <p:nvPr/>
        </p:nvSpPr>
        <p:spPr>
          <a:xfrm>
            <a:off x="2623421" y="3303442"/>
            <a:ext cx="306614" cy="369332"/>
          </a:xfrm>
          <a:prstGeom prst="rect">
            <a:avLst/>
          </a:prstGeom>
          <a:noFill/>
        </p:spPr>
        <p:txBody>
          <a:bodyPr wrap="square" rtlCol="0">
            <a:spAutoFit/>
          </a:bodyPr>
          <a:lstStyle/>
          <a:p>
            <a:r>
              <a:rPr lang="en-US" dirty="0"/>
              <a:t>+</a:t>
            </a:r>
          </a:p>
        </p:txBody>
      </p:sp>
      <p:sp>
        <p:nvSpPr>
          <p:cNvPr id="30" name="TextBox 29">
            <a:extLst>
              <a:ext uri="{FF2B5EF4-FFF2-40B4-BE49-F238E27FC236}">
                <a16:creationId xmlns:a16="http://schemas.microsoft.com/office/drawing/2014/main" id="{B3740FA9-AABC-9C45-B06A-B9CA469D2082}"/>
              </a:ext>
            </a:extLst>
          </p:cNvPr>
          <p:cNvSpPr txBox="1"/>
          <p:nvPr/>
        </p:nvSpPr>
        <p:spPr>
          <a:xfrm>
            <a:off x="8821404" y="3303442"/>
            <a:ext cx="306614" cy="369332"/>
          </a:xfrm>
          <a:prstGeom prst="rect">
            <a:avLst/>
          </a:prstGeom>
          <a:noFill/>
        </p:spPr>
        <p:txBody>
          <a:bodyPr wrap="square" rtlCol="0">
            <a:spAutoFit/>
          </a:bodyPr>
          <a:lstStyle/>
          <a:p>
            <a:r>
              <a:rPr lang="en-US" dirty="0"/>
              <a:t>+</a:t>
            </a:r>
          </a:p>
        </p:txBody>
      </p:sp>
      <p:sp>
        <p:nvSpPr>
          <p:cNvPr id="33" name="Parallelogram 32">
            <a:extLst>
              <a:ext uri="{FF2B5EF4-FFF2-40B4-BE49-F238E27FC236}">
                <a16:creationId xmlns:a16="http://schemas.microsoft.com/office/drawing/2014/main" id="{5A5D1C99-3931-414A-A9BB-4E673A42C165}"/>
              </a:ext>
            </a:extLst>
          </p:cNvPr>
          <p:cNvSpPr/>
          <p:nvPr/>
        </p:nvSpPr>
        <p:spPr>
          <a:xfrm>
            <a:off x="764628" y="6176966"/>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Importance?</a:t>
            </a:r>
          </a:p>
        </p:txBody>
      </p:sp>
      <p:sp>
        <p:nvSpPr>
          <p:cNvPr id="34" name="Parallelogram 33">
            <a:extLst>
              <a:ext uri="{FF2B5EF4-FFF2-40B4-BE49-F238E27FC236}">
                <a16:creationId xmlns:a16="http://schemas.microsoft.com/office/drawing/2014/main" id="{A75C2E98-ED41-E447-AF23-391B2078F1F6}"/>
              </a:ext>
            </a:extLst>
          </p:cNvPr>
          <p:cNvSpPr/>
          <p:nvPr/>
        </p:nvSpPr>
        <p:spPr>
          <a:xfrm>
            <a:off x="2088931" y="6176965"/>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The Carbon Cycle</a:t>
            </a:r>
          </a:p>
        </p:txBody>
      </p:sp>
      <p:sp>
        <p:nvSpPr>
          <p:cNvPr id="35" name="Parallelogram 34">
            <a:extLst>
              <a:ext uri="{FF2B5EF4-FFF2-40B4-BE49-F238E27FC236}">
                <a16:creationId xmlns:a16="http://schemas.microsoft.com/office/drawing/2014/main" id="{20FFF933-2B2C-B740-A27D-2FA67742D004}"/>
              </a:ext>
            </a:extLst>
          </p:cNvPr>
          <p:cNvSpPr/>
          <p:nvPr/>
        </p:nvSpPr>
        <p:spPr>
          <a:xfrm>
            <a:off x="3413234"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Carbon Fixation </a:t>
            </a:r>
          </a:p>
        </p:txBody>
      </p:sp>
      <p:sp>
        <p:nvSpPr>
          <p:cNvPr id="36" name="Parallelogram 35">
            <a:extLst>
              <a:ext uri="{FF2B5EF4-FFF2-40B4-BE49-F238E27FC236}">
                <a16:creationId xmlns:a16="http://schemas.microsoft.com/office/drawing/2014/main" id="{20233218-6874-FD42-8F6B-080899A46500}"/>
              </a:ext>
            </a:extLst>
          </p:cNvPr>
          <p:cNvSpPr/>
          <p:nvPr/>
        </p:nvSpPr>
        <p:spPr>
          <a:xfrm>
            <a:off x="4737537" y="6176964"/>
            <a:ext cx="1379483" cy="200189"/>
          </a:xfrm>
          <a:prstGeom prst="parallelogram">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Redox</a:t>
            </a:r>
          </a:p>
        </p:txBody>
      </p:sp>
      <p:sp>
        <p:nvSpPr>
          <p:cNvPr id="37" name="Parallelogram 36">
            <a:extLst>
              <a:ext uri="{FF2B5EF4-FFF2-40B4-BE49-F238E27FC236}">
                <a16:creationId xmlns:a16="http://schemas.microsoft.com/office/drawing/2014/main" id="{C834F8E8-0CEE-2C46-AA52-2FA150800188}"/>
              </a:ext>
            </a:extLst>
          </p:cNvPr>
          <p:cNvSpPr/>
          <p:nvPr/>
        </p:nvSpPr>
        <p:spPr>
          <a:xfrm>
            <a:off x="6061840"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Chemoautotrophs</a:t>
            </a:r>
          </a:p>
        </p:txBody>
      </p:sp>
      <p:sp>
        <p:nvSpPr>
          <p:cNvPr id="38" name="Parallelogram 37">
            <a:extLst>
              <a:ext uri="{FF2B5EF4-FFF2-40B4-BE49-F238E27FC236}">
                <a16:creationId xmlns:a16="http://schemas.microsoft.com/office/drawing/2014/main" id="{FF54D133-02DA-FA40-9181-610A776DE44F}"/>
              </a:ext>
            </a:extLst>
          </p:cNvPr>
          <p:cNvSpPr/>
          <p:nvPr/>
        </p:nvSpPr>
        <p:spPr>
          <a:xfrm>
            <a:off x="7386143"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Photoautotrophs</a:t>
            </a:r>
          </a:p>
        </p:txBody>
      </p:sp>
      <p:sp>
        <p:nvSpPr>
          <p:cNvPr id="39" name="Parallelogram 38">
            <a:extLst>
              <a:ext uri="{FF2B5EF4-FFF2-40B4-BE49-F238E27FC236}">
                <a16:creationId xmlns:a16="http://schemas.microsoft.com/office/drawing/2014/main" id="{967CD18A-E61B-F448-A10D-3C90C6AE8029}"/>
              </a:ext>
            </a:extLst>
          </p:cNvPr>
          <p:cNvSpPr/>
          <p:nvPr/>
        </p:nvSpPr>
        <p:spPr>
          <a:xfrm>
            <a:off x="8710446"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NPP</a:t>
            </a:r>
          </a:p>
        </p:txBody>
      </p:sp>
      <p:sp>
        <p:nvSpPr>
          <p:cNvPr id="40" name="Parallelogram 39">
            <a:extLst>
              <a:ext uri="{FF2B5EF4-FFF2-40B4-BE49-F238E27FC236}">
                <a16:creationId xmlns:a16="http://schemas.microsoft.com/office/drawing/2014/main" id="{0D59C34F-2934-1340-9990-6C4FEBA2FE74}"/>
              </a:ext>
            </a:extLst>
          </p:cNvPr>
          <p:cNvSpPr/>
          <p:nvPr/>
        </p:nvSpPr>
        <p:spPr>
          <a:xfrm>
            <a:off x="10034749"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Summary</a:t>
            </a:r>
          </a:p>
        </p:txBody>
      </p:sp>
    </p:spTree>
    <p:extLst>
      <p:ext uri="{BB962C8B-B14F-4D97-AF65-F5344CB8AC3E}">
        <p14:creationId xmlns:p14="http://schemas.microsoft.com/office/powerpoint/2010/main" val="2382498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F5994-231E-CD4C-ADB6-B5B212E741BA}"/>
              </a:ext>
            </a:extLst>
          </p:cNvPr>
          <p:cNvSpPr>
            <a:spLocks noGrp="1"/>
          </p:cNvSpPr>
          <p:nvPr>
            <p:ph type="title"/>
          </p:nvPr>
        </p:nvSpPr>
        <p:spPr/>
        <p:txBody>
          <a:bodyPr/>
          <a:lstStyle/>
          <a:p>
            <a:r>
              <a:rPr lang="en-US" dirty="0"/>
              <a:t>Redox Reactions</a:t>
            </a:r>
          </a:p>
        </p:txBody>
      </p:sp>
      <p:sp>
        <p:nvSpPr>
          <p:cNvPr id="6" name="TextBox 5">
            <a:extLst>
              <a:ext uri="{FF2B5EF4-FFF2-40B4-BE49-F238E27FC236}">
                <a16:creationId xmlns:a16="http://schemas.microsoft.com/office/drawing/2014/main" id="{36583E4E-0664-734E-950D-43B1D8CB992D}"/>
              </a:ext>
            </a:extLst>
          </p:cNvPr>
          <p:cNvSpPr txBox="1"/>
          <p:nvPr/>
        </p:nvSpPr>
        <p:spPr>
          <a:xfrm>
            <a:off x="1244599" y="2696895"/>
            <a:ext cx="10947401" cy="553998"/>
          </a:xfrm>
          <a:prstGeom prst="rect">
            <a:avLst/>
          </a:prstGeom>
          <a:noFill/>
        </p:spPr>
        <p:txBody>
          <a:bodyPr wrap="square" rtlCol="0">
            <a:spAutoFit/>
          </a:bodyPr>
          <a:lstStyle/>
          <a:p>
            <a:r>
              <a:rPr lang="en-US" sz="3000" dirty="0"/>
              <a:t>6 CO</a:t>
            </a:r>
            <a:r>
              <a:rPr lang="en-US" sz="3000" baseline="-25000" dirty="0"/>
              <a:t>2</a:t>
            </a:r>
            <a:r>
              <a:rPr lang="en-US" sz="3000" dirty="0"/>
              <a:t> + 6 H</a:t>
            </a:r>
            <a:r>
              <a:rPr lang="en-US" sz="3000" baseline="-25000" dirty="0"/>
              <a:t>2</a:t>
            </a:r>
            <a:r>
              <a:rPr lang="en-US" sz="3000" dirty="0"/>
              <a:t>O + LIGHT ENERGY                   C</a:t>
            </a:r>
            <a:r>
              <a:rPr lang="en-US" sz="3000" baseline="-25000" dirty="0"/>
              <a:t>6</a:t>
            </a:r>
            <a:r>
              <a:rPr lang="en-US" sz="3000" dirty="0"/>
              <a:t>H</a:t>
            </a:r>
            <a:r>
              <a:rPr lang="en-US" sz="3000" baseline="-25000" dirty="0"/>
              <a:t>12</a:t>
            </a:r>
            <a:r>
              <a:rPr lang="en-US" sz="3000" dirty="0"/>
              <a:t>O</a:t>
            </a:r>
            <a:r>
              <a:rPr lang="en-US" sz="3000" baseline="-25000" dirty="0"/>
              <a:t>6</a:t>
            </a:r>
            <a:r>
              <a:rPr lang="en-US" sz="3000" dirty="0"/>
              <a:t> + 6 O</a:t>
            </a:r>
            <a:r>
              <a:rPr lang="en-US" sz="3000" baseline="-25000" dirty="0"/>
              <a:t>2</a:t>
            </a:r>
            <a:endParaRPr lang="en-US" sz="3000" dirty="0"/>
          </a:p>
        </p:txBody>
      </p:sp>
      <p:sp>
        <p:nvSpPr>
          <p:cNvPr id="7" name="TextBox 6">
            <a:extLst>
              <a:ext uri="{FF2B5EF4-FFF2-40B4-BE49-F238E27FC236}">
                <a16:creationId xmlns:a16="http://schemas.microsoft.com/office/drawing/2014/main" id="{3E3919BF-ED07-804D-ABC8-7A486F7D9B3C}"/>
              </a:ext>
            </a:extLst>
          </p:cNvPr>
          <p:cNvSpPr txBox="1"/>
          <p:nvPr/>
        </p:nvSpPr>
        <p:spPr>
          <a:xfrm>
            <a:off x="2114728" y="4916625"/>
            <a:ext cx="8242851" cy="553998"/>
          </a:xfrm>
          <a:prstGeom prst="rect">
            <a:avLst/>
          </a:prstGeom>
          <a:noFill/>
        </p:spPr>
        <p:txBody>
          <a:bodyPr wrap="square" rtlCol="0">
            <a:spAutoFit/>
          </a:bodyPr>
          <a:lstStyle/>
          <a:p>
            <a:r>
              <a:rPr lang="en-US" sz="3000" dirty="0"/>
              <a:t>C</a:t>
            </a:r>
            <a:r>
              <a:rPr lang="en-US" sz="3000" baseline="-25000" dirty="0"/>
              <a:t>6</a:t>
            </a:r>
            <a:r>
              <a:rPr lang="en-US" sz="3000" dirty="0"/>
              <a:t>H</a:t>
            </a:r>
            <a:r>
              <a:rPr lang="en-US" sz="3000" baseline="-25000" dirty="0"/>
              <a:t>12</a:t>
            </a:r>
            <a:r>
              <a:rPr lang="en-US" sz="3000" dirty="0"/>
              <a:t>O</a:t>
            </a:r>
            <a:r>
              <a:rPr lang="en-US" sz="3000" baseline="-25000" dirty="0"/>
              <a:t>6</a:t>
            </a:r>
            <a:r>
              <a:rPr lang="en-US" sz="3000" dirty="0"/>
              <a:t> + 6 O</a:t>
            </a:r>
            <a:r>
              <a:rPr lang="en-US" sz="3000" baseline="-25000" dirty="0"/>
              <a:t>2                          </a:t>
            </a:r>
            <a:r>
              <a:rPr lang="en-US" sz="3000" dirty="0"/>
              <a:t> 6 CO</a:t>
            </a:r>
            <a:r>
              <a:rPr lang="en-US" sz="3000" baseline="-25000" dirty="0"/>
              <a:t>2</a:t>
            </a:r>
            <a:r>
              <a:rPr lang="en-US" sz="3000" dirty="0"/>
              <a:t> + 6 H</a:t>
            </a:r>
            <a:r>
              <a:rPr lang="en-US" sz="3000" baseline="-25000" dirty="0"/>
              <a:t>2</a:t>
            </a:r>
            <a:r>
              <a:rPr lang="en-US" sz="3000" dirty="0"/>
              <a:t>O + ENERGY</a:t>
            </a:r>
          </a:p>
        </p:txBody>
      </p:sp>
      <p:sp>
        <p:nvSpPr>
          <p:cNvPr id="8" name="TextBox 7">
            <a:extLst>
              <a:ext uri="{FF2B5EF4-FFF2-40B4-BE49-F238E27FC236}">
                <a16:creationId xmlns:a16="http://schemas.microsoft.com/office/drawing/2014/main" id="{7C7E74E1-18D4-8642-B0FE-29777CA34EE8}"/>
              </a:ext>
            </a:extLst>
          </p:cNvPr>
          <p:cNvSpPr txBox="1"/>
          <p:nvPr/>
        </p:nvSpPr>
        <p:spPr>
          <a:xfrm>
            <a:off x="838199" y="1930400"/>
            <a:ext cx="5397955" cy="553998"/>
          </a:xfrm>
          <a:prstGeom prst="rect">
            <a:avLst/>
          </a:prstGeom>
          <a:noFill/>
        </p:spPr>
        <p:txBody>
          <a:bodyPr wrap="square" rtlCol="0">
            <a:spAutoFit/>
          </a:bodyPr>
          <a:lstStyle/>
          <a:p>
            <a:r>
              <a:rPr lang="en-US" sz="3000" dirty="0"/>
              <a:t>Photosynthesis</a:t>
            </a:r>
          </a:p>
        </p:txBody>
      </p:sp>
      <p:sp>
        <p:nvSpPr>
          <p:cNvPr id="10" name="TextBox 9">
            <a:extLst>
              <a:ext uri="{FF2B5EF4-FFF2-40B4-BE49-F238E27FC236}">
                <a16:creationId xmlns:a16="http://schemas.microsoft.com/office/drawing/2014/main" id="{0AEFFA34-155C-8C42-948C-A35100E4D5A3}"/>
              </a:ext>
            </a:extLst>
          </p:cNvPr>
          <p:cNvSpPr txBox="1"/>
          <p:nvPr/>
        </p:nvSpPr>
        <p:spPr>
          <a:xfrm>
            <a:off x="838199" y="4030878"/>
            <a:ext cx="5397955" cy="553998"/>
          </a:xfrm>
          <a:prstGeom prst="rect">
            <a:avLst/>
          </a:prstGeom>
          <a:noFill/>
        </p:spPr>
        <p:txBody>
          <a:bodyPr wrap="square" rtlCol="0">
            <a:spAutoFit/>
          </a:bodyPr>
          <a:lstStyle/>
          <a:p>
            <a:r>
              <a:rPr lang="en-US" sz="3000" dirty="0"/>
              <a:t>Respiration</a:t>
            </a:r>
          </a:p>
        </p:txBody>
      </p:sp>
      <p:cxnSp>
        <p:nvCxnSpPr>
          <p:cNvPr id="12" name="Straight Arrow Connector 11">
            <a:extLst>
              <a:ext uri="{FF2B5EF4-FFF2-40B4-BE49-F238E27FC236}">
                <a16:creationId xmlns:a16="http://schemas.microsoft.com/office/drawing/2014/main" id="{B6BCCF13-BE6C-6A46-AF5E-04E0ABEBB6C9}"/>
              </a:ext>
            </a:extLst>
          </p:cNvPr>
          <p:cNvCxnSpPr/>
          <p:nvPr/>
        </p:nvCxnSpPr>
        <p:spPr>
          <a:xfrm>
            <a:off x="6236153" y="2973894"/>
            <a:ext cx="128224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68928A8-81FE-2C43-855C-7AFFF4A40489}"/>
              </a:ext>
            </a:extLst>
          </p:cNvPr>
          <p:cNvCxnSpPr/>
          <p:nvPr/>
        </p:nvCxnSpPr>
        <p:spPr>
          <a:xfrm>
            <a:off x="4577683" y="5193624"/>
            <a:ext cx="128224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AC1B30D-AA57-1048-9384-6D4C84F7A42D}"/>
              </a:ext>
            </a:extLst>
          </p:cNvPr>
          <p:cNvSpPr txBox="1"/>
          <p:nvPr/>
        </p:nvSpPr>
        <p:spPr>
          <a:xfrm>
            <a:off x="1244599" y="2484398"/>
            <a:ext cx="8788401" cy="323165"/>
          </a:xfrm>
          <a:prstGeom prst="rect">
            <a:avLst/>
          </a:prstGeom>
          <a:noFill/>
        </p:spPr>
        <p:txBody>
          <a:bodyPr wrap="square" rtlCol="0">
            <a:spAutoFit/>
          </a:bodyPr>
          <a:lstStyle/>
          <a:p>
            <a:r>
              <a:rPr lang="en-US" sz="1500" dirty="0">
                <a:solidFill>
                  <a:srgbClr val="FF0000"/>
                </a:solidFill>
              </a:rPr>
              <a:t>      +4 -2                              -2                                                                                                     0.               -2                     0</a:t>
            </a:r>
          </a:p>
        </p:txBody>
      </p:sp>
      <p:sp>
        <p:nvSpPr>
          <p:cNvPr id="16" name="TextBox 15">
            <a:extLst>
              <a:ext uri="{FF2B5EF4-FFF2-40B4-BE49-F238E27FC236}">
                <a16:creationId xmlns:a16="http://schemas.microsoft.com/office/drawing/2014/main" id="{9C57BB82-3D8A-BB40-857A-5F2ACF447B4B}"/>
              </a:ext>
            </a:extLst>
          </p:cNvPr>
          <p:cNvSpPr txBox="1"/>
          <p:nvPr/>
        </p:nvSpPr>
        <p:spPr>
          <a:xfrm>
            <a:off x="1244599" y="4682030"/>
            <a:ext cx="8788401" cy="323165"/>
          </a:xfrm>
          <a:prstGeom prst="rect">
            <a:avLst/>
          </a:prstGeom>
          <a:noFill/>
        </p:spPr>
        <p:txBody>
          <a:bodyPr wrap="square" rtlCol="0">
            <a:spAutoFit/>
          </a:bodyPr>
          <a:lstStyle/>
          <a:p>
            <a:r>
              <a:rPr lang="en-US" sz="1500" dirty="0">
                <a:solidFill>
                  <a:srgbClr val="FF0000"/>
                </a:solidFill>
              </a:rPr>
              <a:t>                     0                 -2                     0                                               +4 -2                              -2</a:t>
            </a:r>
          </a:p>
        </p:txBody>
      </p:sp>
      <p:sp>
        <p:nvSpPr>
          <p:cNvPr id="17" name="TextBox 16">
            <a:extLst>
              <a:ext uri="{FF2B5EF4-FFF2-40B4-BE49-F238E27FC236}">
                <a16:creationId xmlns:a16="http://schemas.microsoft.com/office/drawing/2014/main" id="{096F1212-2ED6-814D-8F82-9A0016AE88A7}"/>
              </a:ext>
            </a:extLst>
          </p:cNvPr>
          <p:cNvSpPr txBox="1"/>
          <p:nvPr/>
        </p:nvSpPr>
        <p:spPr>
          <a:xfrm>
            <a:off x="573741" y="3250893"/>
            <a:ext cx="9783838" cy="369332"/>
          </a:xfrm>
          <a:prstGeom prst="rect">
            <a:avLst/>
          </a:prstGeom>
          <a:noFill/>
        </p:spPr>
        <p:txBody>
          <a:bodyPr wrap="square" rtlCol="0">
            <a:spAutoFit/>
          </a:bodyPr>
          <a:lstStyle/>
          <a:p>
            <a:r>
              <a:rPr lang="en-US" dirty="0">
                <a:solidFill>
                  <a:srgbClr val="00B050"/>
                </a:solidFill>
              </a:rPr>
              <a:t>     Carbon dioxide          Water                                                                                    Glucose               Oxygen</a:t>
            </a:r>
          </a:p>
        </p:txBody>
      </p:sp>
      <p:sp>
        <p:nvSpPr>
          <p:cNvPr id="18" name="TextBox 17">
            <a:extLst>
              <a:ext uri="{FF2B5EF4-FFF2-40B4-BE49-F238E27FC236}">
                <a16:creationId xmlns:a16="http://schemas.microsoft.com/office/drawing/2014/main" id="{F3EDF682-9AFF-1E4F-AB9E-9BA9743C586B}"/>
              </a:ext>
            </a:extLst>
          </p:cNvPr>
          <p:cNvSpPr txBox="1"/>
          <p:nvPr/>
        </p:nvSpPr>
        <p:spPr>
          <a:xfrm>
            <a:off x="573741" y="5424456"/>
            <a:ext cx="9783838" cy="369332"/>
          </a:xfrm>
          <a:prstGeom prst="rect">
            <a:avLst/>
          </a:prstGeom>
          <a:noFill/>
        </p:spPr>
        <p:txBody>
          <a:bodyPr wrap="square" rtlCol="0">
            <a:spAutoFit/>
          </a:bodyPr>
          <a:lstStyle/>
          <a:p>
            <a:r>
              <a:rPr lang="en-US" dirty="0">
                <a:solidFill>
                  <a:srgbClr val="00B050"/>
                </a:solidFill>
              </a:rPr>
              <a:t>                                   Glucose           Oxygen                      Carbon dioxide          Water </a:t>
            </a:r>
          </a:p>
        </p:txBody>
      </p:sp>
      <p:sp>
        <p:nvSpPr>
          <p:cNvPr id="19" name="Parallelogram 18">
            <a:extLst>
              <a:ext uri="{FF2B5EF4-FFF2-40B4-BE49-F238E27FC236}">
                <a16:creationId xmlns:a16="http://schemas.microsoft.com/office/drawing/2014/main" id="{60F999A0-CFE9-AD46-9AF5-DC60EA77B25C}"/>
              </a:ext>
            </a:extLst>
          </p:cNvPr>
          <p:cNvSpPr/>
          <p:nvPr/>
        </p:nvSpPr>
        <p:spPr>
          <a:xfrm>
            <a:off x="764628" y="6176966"/>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Importance?</a:t>
            </a:r>
          </a:p>
        </p:txBody>
      </p:sp>
      <p:sp>
        <p:nvSpPr>
          <p:cNvPr id="20" name="Parallelogram 19">
            <a:extLst>
              <a:ext uri="{FF2B5EF4-FFF2-40B4-BE49-F238E27FC236}">
                <a16:creationId xmlns:a16="http://schemas.microsoft.com/office/drawing/2014/main" id="{9A0B5FA0-C4BA-B745-BC60-AB9E2977293E}"/>
              </a:ext>
            </a:extLst>
          </p:cNvPr>
          <p:cNvSpPr/>
          <p:nvPr/>
        </p:nvSpPr>
        <p:spPr>
          <a:xfrm>
            <a:off x="2088931" y="6176965"/>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The Carbon Cycle</a:t>
            </a:r>
          </a:p>
        </p:txBody>
      </p:sp>
      <p:sp>
        <p:nvSpPr>
          <p:cNvPr id="21" name="Parallelogram 20">
            <a:extLst>
              <a:ext uri="{FF2B5EF4-FFF2-40B4-BE49-F238E27FC236}">
                <a16:creationId xmlns:a16="http://schemas.microsoft.com/office/drawing/2014/main" id="{2C31FC14-B7E5-894A-BDE9-783CAC3BDFE6}"/>
              </a:ext>
            </a:extLst>
          </p:cNvPr>
          <p:cNvSpPr/>
          <p:nvPr/>
        </p:nvSpPr>
        <p:spPr>
          <a:xfrm>
            <a:off x="3413234"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Carbon Fixation </a:t>
            </a:r>
          </a:p>
        </p:txBody>
      </p:sp>
      <p:sp>
        <p:nvSpPr>
          <p:cNvPr id="22" name="Parallelogram 21">
            <a:extLst>
              <a:ext uri="{FF2B5EF4-FFF2-40B4-BE49-F238E27FC236}">
                <a16:creationId xmlns:a16="http://schemas.microsoft.com/office/drawing/2014/main" id="{15A90FD7-7EB7-0841-AEE5-07DC57435CFA}"/>
              </a:ext>
            </a:extLst>
          </p:cNvPr>
          <p:cNvSpPr/>
          <p:nvPr/>
        </p:nvSpPr>
        <p:spPr>
          <a:xfrm>
            <a:off x="4737537" y="6176964"/>
            <a:ext cx="1379483" cy="200189"/>
          </a:xfrm>
          <a:prstGeom prst="parallelogram">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Redox</a:t>
            </a:r>
          </a:p>
        </p:txBody>
      </p:sp>
      <p:sp>
        <p:nvSpPr>
          <p:cNvPr id="23" name="Parallelogram 22">
            <a:extLst>
              <a:ext uri="{FF2B5EF4-FFF2-40B4-BE49-F238E27FC236}">
                <a16:creationId xmlns:a16="http://schemas.microsoft.com/office/drawing/2014/main" id="{8029AF88-EE9B-3048-9C18-65069F815E77}"/>
              </a:ext>
            </a:extLst>
          </p:cNvPr>
          <p:cNvSpPr/>
          <p:nvPr/>
        </p:nvSpPr>
        <p:spPr>
          <a:xfrm>
            <a:off x="6061840"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Chemoautotrophs</a:t>
            </a:r>
          </a:p>
        </p:txBody>
      </p:sp>
      <p:sp>
        <p:nvSpPr>
          <p:cNvPr id="24" name="Parallelogram 23">
            <a:extLst>
              <a:ext uri="{FF2B5EF4-FFF2-40B4-BE49-F238E27FC236}">
                <a16:creationId xmlns:a16="http://schemas.microsoft.com/office/drawing/2014/main" id="{B3DDB839-FCE8-834A-BFA4-D921A17214F2}"/>
              </a:ext>
            </a:extLst>
          </p:cNvPr>
          <p:cNvSpPr/>
          <p:nvPr/>
        </p:nvSpPr>
        <p:spPr>
          <a:xfrm>
            <a:off x="7386143"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Photoautotrophs</a:t>
            </a:r>
          </a:p>
        </p:txBody>
      </p:sp>
      <p:sp>
        <p:nvSpPr>
          <p:cNvPr id="25" name="Parallelogram 24">
            <a:extLst>
              <a:ext uri="{FF2B5EF4-FFF2-40B4-BE49-F238E27FC236}">
                <a16:creationId xmlns:a16="http://schemas.microsoft.com/office/drawing/2014/main" id="{980FF5A8-EC28-1E4E-B762-1930FDE72591}"/>
              </a:ext>
            </a:extLst>
          </p:cNvPr>
          <p:cNvSpPr/>
          <p:nvPr/>
        </p:nvSpPr>
        <p:spPr>
          <a:xfrm>
            <a:off x="8710446"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NPP</a:t>
            </a:r>
          </a:p>
        </p:txBody>
      </p:sp>
      <p:sp>
        <p:nvSpPr>
          <p:cNvPr id="26" name="Parallelogram 25">
            <a:extLst>
              <a:ext uri="{FF2B5EF4-FFF2-40B4-BE49-F238E27FC236}">
                <a16:creationId xmlns:a16="http://schemas.microsoft.com/office/drawing/2014/main" id="{C8326E34-A8D9-1446-96C2-CF6AB3338C69}"/>
              </a:ext>
            </a:extLst>
          </p:cNvPr>
          <p:cNvSpPr/>
          <p:nvPr/>
        </p:nvSpPr>
        <p:spPr>
          <a:xfrm>
            <a:off x="10034749"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Summary</a:t>
            </a:r>
          </a:p>
        </p:txBody>
      </p:sp>
    </p:spTree>
    <p:extLst>
      <p:ext uri="{BB962C8B-B14F-4D97-AF65-F5344CB8AC3E}">
        <p14:creationId xmlns:p14="http://schemas.microsoft.com/office/powerpoint/2010/main" val="3119507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1000"/>
                                        <p:tgtEl>
                                          <p:spTgt spid="6"/>
                                        </p:tgtEl>
                                      </p:cBhvr>
                                    </p:animEffect>
                                  </p:childTnLst>
                                </p:cTn>
                              </p:par>
                            </p:childTnLst>
                          </p:cTn>
                        </p:par>
                        <p:par>
                          <p:cTn id="8" fill="hold">
                            <p:stCondLst>
                              <p:cond delay="1000"/>
                            </p:stCondLst>
                            <p:childTnLst>
                              <p:par>
                                <p:cTn id="9" presetID="9"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dissolve">
                                      <p:cBhvr>
                                        <p:cTn id="11" dur="10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dissolve">
                                      <p:cBhvr>
                                        <p:cTn id="16" dur="500"/>
                                        <p:tgtEl>
                                          <p:spTgt spid="10"/>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dissolve">
                                      <p:cBhvr>
                                        <p:cTn id="20" dur="1000"/>
                                        <p:tgtEl>
                                          <p:spTgt spid="7"/>
                                        </p:tgtEl>
                                      </p:cBhvr>
                                    </p:animEffect>
                                  </p:childTnLst>
                                </p:cTn>
                              </p:par>
                            </p:childTnLst>
                          </p:cTn>
                        </p:par>
                        <p:par>
                          <p:cTn id="21" fill="hold">
                            <p:stCondLst>
                              <p:cond delay="1500"/>
                            </p:stCondLst>
                            <p:childTnLst>
                              <p:par>
                                <p:cTn id="22" presetID="9" presetClass="entr" presetSubtype="0"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dissolve">
                                      <p:cBhvr>
                                        <p:cTn id="24"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5"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DC81D-7AF2-154B-AA2C-70A3AF579ACF}"/>
              </a:ext>
            </a:extLst>
          </p:cNvPr>
          <p:cNvSpPr>
            <a:spLocks noGrp="1"/>
          </p:cNvSpPr>
          <p:nvPr>
            <p:ph type="title"/>
          </p:nvPr>
        </p:nvSpPr>
        <p:spPr/>
        <p:txBody>
          <a:bodyPr/>
          <a:lstStyle/>
          <a:p>
            <a:r>
              <a:rPr lang="en-US" dirty="0"/>
              <a:t>Chemoautotrophs</a:t>
            </a:r>
          </a:p>
        </p:txBody>
      </p:sp>
      <p:graphicFrame>
        <p:nvGraphicFramePr>
          <p:cNvPr id="12" name="Diagram 11">
            <a:extLst>
              <a:ext uri="{FF2B5EF4-FFF2-40B4-BE49-F238E27FC236}">
                <a16:creationId xmlns:a16="http://schemas.microsoft.com/office/drawing/2014/main" id="{FF241F65-C34E-844F-8D90-8EE1919E16AC}"/>
              </a:ext>
            </a:extLst>
          </p:cNvPr>
          <p:cNvGraphicFramePr/>
          <p:nvPr>
            <p:extLst>
              <p:ext uri="{D42A27DB-BD31-4B8C-83A1-F6EECF244321}">
                <p14:modId xmlns:p14="http://schemas.microsoft.com/office/powerpoint/2010/main" val="3995575290"/>
              </p:ext>
            </p:extLst>
          </p:nvPr>
        </p:nvGraphicFramePr>
        <p:xfrm>
          <a:off x="216464" y="1184486"/>
          <a:ext cx="11277600" cy="49468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100" name="Picture 4" descr="Active Hydrothermal Vent Site (Black Smoker) Source: MARUM Research... |  Download Scientific Diagram">
            <a:extLst>
              <a:ext uri="{FF2B5EF4-FFF2-40B4-BE49-F238E27FC236}">
                <a16:creationId xmlns:a16="http://schemas.microsoft.com/office/drawing/2014/main" id="{7B498C42-E920-9340-B200-9DEBFD28714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83442" y="365125"/>
            <a:ext cx="3612974" cy="2006263"/>
          </a:xfrm>
          <a:prstGeom prst="rect">
            <a:avLst/>
          </a:prstGeom>
          <a:noFill/>
          <a:extLst>
            <a:ext uri="{909E8E84-426E-40DD-AFC4-6F175D3DCCD1}">
              <a14:hiddenFill xmlns:a14="http://schemas.microsoft.com/office/drawing/2010/main">
                <a:solidFill>
                  <a:srgbClr val="FFFFFF"/>
                </a:solidFill>
              </a14:hiddenFill>
            </a:ext>
          </a:extLst>
        </p:spPr>
      </p:pic>
      <p:sp>
        <p:nvSpPr>
          <p:cNvPr id="14" name="Parallelogram 13">
            <a:extLst>
              <a:ext uri="{FF2B5EF4-FFF2-40B4-BE49-F238E27FC236}">
                <a16:creationId xmlns:a16="http://schemas.microsoft.com/office/drawing/2014/main" id="{0FFB8FE9-F7B0-3841-BB5A-A283C3D27C11}"/>
              </a:ext>
            </a:extLst>
          </p:cNvPr>
          <p:cNvSpPr/>
          <p:nvPr/>
        </p:nvSpPr>
        <p:spPr>
          <a:xfrm>
            <a:off x="764628" y="6176966"/>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Importance?</a:t>
            </a:r>
          </a:p>
        </p:txBody>
      </p:sp>
      <p:sp>
        <p:nvSpPr>
          <p:cNvPr id="15" name="Parallelogram 14">
            <a:extLst>
              <a:ext uri="{FF2B5EF4-FFF2-40B4-BE49-F238E27FC236}">
                <a16:creationId xmlns:a16="http://schemas.microsoft.com/office/drawing/2014/main" id="{054B86ED-87C8-2C4E-A6B6-7007757B5BB1}"/>
              </a:ext>
            </a:extLst>
          </p:cNvPr>
          <p:cNvSpPr/>
          <p:nvPr/>
        </p:nvSpPr>
        <p:spPr>
          <a:xfrm>
            <a:off x="2088931" y="6176965"/>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The Carbon Cycle</a:t>
            </a:r>
          </a:p>
        </p:txBody>
      </p:sp>
      <p:sp>
        <p:nvSpPr>
          <p:cNvPr id="16" name="Parallelogram 15">
            <a:extLst>
              <a:ext uri="{FF2B5EF4-FFF2-40B4-BE49-F238E27FC236}">
                <a16:creationId xmlns:a16="http://schemas.microsoft.com/office/drawing/2014/main" id="{414BEE38-13FD-034C-BAEA-4D449A9BB960}"/>
              </a:ext>
            </a:extLst>
          </p:cNvPr>
          <p:cNvSpPr/>
          <p:nvPr/>
        </p:nvSpPr>
        <p:spPr>
          <a:xfrm>
            <a:off x="3413234"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Carbon Fixation </a:t>
            </a:r>
          </a:p>
        </p:txBody>
      </p:sp>
      <p:sp>
        <p:nvSpPr>
          <p:cNvPr id="17" name="Parallelogram 16">
            <a:extLst>
              <a:ext uri="{FF2B5EF4-FFF2-40B4-BE49-F238E27FC236}">
                <a16:creationId xmlns:a16="http://schemas.microsoft.com/office/drawing/2014/main" id="{31BE4B8C-3EDD-E341-9082-EC185918F15B}"/>
              </a:ext>
            </a:extLst>
          </p:cNvPr>
          <p:cNvSpPr/>
          <p:nvPr/>
        </p:nvSpPr>
        <p:spPr>
          <a:xfrm>
            <a:off x="4737537"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Redox</a:t>
            </a:r>
          </a:p>
        </p:txBody>
      </p:sp>
      <p:sp>
        <p:nvSpPr>
          <p:cNvPr id="18" name="Parallelogram 17">
            <a:extLst>
              <a:ext uri="{FF2B5EF4-FFF2-40B4-BE49-F238E27FC236}">
                <a16:creationId xmlns:a16="http://schemas.microsoft.com/office/drawing/2014/main" id="{0F3400EB-03C7-294D-9619-693A8276F38D}"/>
              </a:ext>
            </a:extLst>
          </p:cNvPr>
          <p:cNvSpPr/>
          <p:nvPr/>
        </p:nvSpPr>
        <p:spPr>
          <a:xfrm>
            <a:off x="6061840" y="6176964"/>
            <a:ext cx="1379483" cy="200189"/>
          </a:xfrm>
          <a:prstGeom prst="parallelogram">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Chemoautotrophs</a:t>
            </a:r>
          </a:p>
        </p:txBody>
      </p:sp>
      <p:sp>
        <p:nvSpPr>
          <p:cNvPr id="19" name="Parallelogram 18">
            <a:extLst>
              <a:ext uri="{FF2B5EF4-FFF2-40B4-BE49-F238E27FC236}">
                <a16:creationId xmlns:a16="http://schemas.microsoft.com/office/drawing/2014/main" id="{E4548E5F-2D2A-8E47-8A4E-A3894DD8242E}"/>
              </a:ext>
            </a:extLst>
          </p:cNvPr>
          <p:cNvSpPr/>
          <p:nvPr/>
        </p:nvSpPr>
        <p:spPr>
          <a:xfrm>
            <a:off x="7386143"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Photoautotrophs</a:t>
            </a:r>
          </a:p>
        </p:txBody>
      </p:sp>
      <p:sp>
        <p:nvSpPr>
          <p:cNvPr id="20" name="Parallelogram 19">
            <a:extLst>
              <a:ext uri="{FF2B5EF4-FFF2-40B4-BE49-F238E27FC236}">
                <a16:creationId xmlns:a16="http://schemas.microsoft.com/office/drawing/2014/main" id="{D2E1F894-FBE8-D442-ACA1-1D381220D75D}"/>
              </a:ext>
            </a:extLst>
          </p:cNvPr>
          <p:cNvSpPr/>
          <p:nvPr/>
        </p:nvSpPr>
        <p:spPr>
          <a:xfrm>
            <a:off x="8710446"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NPP</a:t>
            </a:r>
          </a:p>
        </p:txBody>
      </p:sp>
      <p:sp>
        <p:nvSpPr>
          <p:cNvPr id="21" name="Parallelogram 20">
            <a:extLst>
              <a:ext uri="{FF2B5EF4-FFF2-40B4-BE49-F238E27FC236}">
                <a16:creationId xmlns:a16="http://schemas.microsoft.com/office/drawing/2014/main" id="{6A4E58B4-3BFC-F645-9D63-B1155BD2A988}"/>
              </a:ext>
            </a:extLst>
          </p:cNvPr>
          <p:cNvSpPr/>
          <p:nvPr/>
        </p:nvSpPr>
        <p:spPr>
          <a:xfrm>
            <a:off x="10034749"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Summary</a:t>
            </a:r>
          </a:p>
        </p:txBody>
      </p:sp>
    </p:spTree>
    <p:extLst>
      <p:ext uri="{BB962C8B-B14F-4D97-AF65-F5344CB8AC3E}">
        <p14:creationId xmlns:p14="http://schemas.microsoft.com/office/powerpoint/2010/main" val="4085427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graphicEl>
                                              <a:dgm id="{EB98ADEA-669B-6C46-9860-C87692DDD31F}"/>
                                            </p:graphicEl>
                                          </p:spTgt>
                                        </p:tgtEl>
                                        <p:attrNameLst>
                                          <p:attrName>style.visibility</p:attrName>
                                        </p:attrNameLst>
                                      </p:cBhvr>
                                      <p:to>
                                        <p:strVal val="visible"/>
                                      </p:to>
                                    </p:set>
                                    <p:animEffect transition="in" filter="dissolve">
                                      <p:cBhvr>
                                        <p:cTn id="7" dur="1000"/>
                                        <p:tgtEl>
                                          <p:spTgt spid="12">
                                            <p:graphicEl>
                                              <a:dgm id="{EB98ADEA-669B-6C46-9860-C87692DDD31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
                                            <p:graphicEl>
                                              <a:dgm id="{4A3A5AE0-9BD4-8145-8EC7-FBB33CD8F717}"/>
                                            </p:graphicEl>
                                          </p:spTgt>
                                        </p:tgtEl>
                                        <p:attrNameLst>
                                          <p:attrName>style.visibility</p:attrName>
                                        </p:attrNameLst>
                                      </p:cBhvr>
                                      <p:to>
                                        <p:strVal val="visible"/>
                                      </p:to>
                                    </p:set>
                                    <p:animEffect transition="in" filter="dissolve">
                                      <p:cBhvr>
                                        <p:cTn id="12" dur="1000"/>
                                        <p:tgtEl>
                                          <p:spTgt spid="12">
                                            <p:graphicEl>
                                              <a:dgm id="{4A3A5AE0-9BD4-8145-8EC7-FBB33CD8F717}"/>
                                            </p:graphic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2">
                                            <p:graphicEl>
                                              <a:dgm id="{30051186-F022-804C-843B-F6C252C109EB}"/>
                                            </p:graphicEl>
                                          </p:spTgt>
                                        </p:tgtEl>
                                        <p:attrNameLst>
                                          <p:attrName>style.visibility</p:attrName>
                                        </p:attrNameLst>
                                      </p:cBhvr>
                                      <p:to>
                                        <p:strVal val="visible"/>
                                      </p:to>
                                    </p:set>
                                    <p:animEffect transition="in" filter="dissolve">
                                      <p:cBhvr>
                                        <p:cTn id="15" dur="1000"/>
                                        <p:tgtEl>
                                          <p:spTgt spid="12">
                                            <p:graphicEl>
                                              <a:dgm id="{30051186-F022-804C-843B-F6C252C109EB}"/>
                                            </p:graphic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2">
                                            <p:graphicEl>
                                              <a:dgm id="{0BE49338-4E31-7841-A977-2966EB3FE35D}"/>
                                            </p:graphicEl>
                                          </p:spTgt>
                                        </p:tgtEl>
                                        <p:attrNameLst>
                                          <p:attrName>style.visibility</p:attrName>
                                        </p:attrNameLst>
                                      </p:cBhvr>
                                      <p:to>
                                        <p:strVal val="visible"/>
                                      </p:to>
                                    </p:set>
                                    <p:animEffect transition="in" filter="dissolve">
                                      <p:cBhvr>
                                        <p:cTn id="18" dur="1000"/>
                                        <p:tgtEl>
                                          <p:spTgt spid="12">
                                            <p:graphicEl>
                                              <a:dgm id="{0BE49338-4E31-7841-A977-2966EB3FE35D}"/>
                                            </p:graphic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2">
                                            <p:graphicEl>
                                              <a:dgm id="{48497C4A-B4EC-3F41-A47A-31E293546422}"/>
                                            </p:graphicEl>
                                          </p:spTgt>
                                        </p:tgtEl>
                                        <p:attrNameLst>
                                          <p:attrName>style.visibility</p:attrName>
                                        </p:attrNameLst>
                                      </p:cBhvr>
                                      <p:to>
                                        <p:strVal val="visible"/>
                                      </p:to>
                                    </p:set>
                                    <p:animEffect transition="in" filter="dissolve">
                                      <p:cBhvr>
                                        <p:cTn id="21" dur="1000"/>
                                        <p:tgtEl>
                                          <p:spTgt spid="12">
                                            <p:graphicEl>
                                              <a:dgm id="{48497C4A-B4EC-3F41-A47A-31E293546422}"/>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2">
                                            <p:graphicEl>
                                              <a:dgm id="{0FAF39CB-AD0F-D046-9395-FF46CF8F863D}"/>
                                            </p:graphicEl>
                                          </p:spTgt>
                                        </p:tgtEl>
                                        <p:attrNameLst>
                                          <p:attrName>style.visibility</p:attrName>
                                        </p:attrNameLst>
                                      </p:cBhvr>
                                      <p:to>
                                        <p:strVal val="visible"/>
                                      </p:to>
                                    </p:set>
                                    <p:animEffect transition="in" filter="dissolve">
                                      <p:cBhvr>
                                        <p:cTn id="26" dur="1000"/>
                                        <p:tgtEl>
                                          <p:spTgt spid="12">
                                            <p:graphicEl>
                                              <a:dgm id="{0FAF39CB-AD0F-D046-9395-FF46CF8F863D}"/>
                                            </p:graphic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2">
                                            <p:graphicEl>
                                              <a:dgm id="{2CF0B46E-944B-814C-9E01-FA1C88E6127C}"/>
                                            </p:graphicEl>
                                          </p:spTgt>
                                        </p:tgtEl>
                                        <p:attrNameLst>
                                          <p:attrName>style.visibility</p:attrName>
                                        </p:attrNameLst>
                                      </p:cBhvr>
                                      <p:to>
                                        <p:strVal val="visible"/>
                                      </p:to>
                                    </p:set>
                                    <p:animEffect transition="in" filter="dissolve">
                                      <p:cBhvr>
                                        <p:cTn id="29" dur="1000"/>
                                        <p:tgtEl>
                                          <p:spTgt spid="12">
                                            <p:graphicEl>
                                              <a:dgm id="{2CF0B46E-944B-814C-9E01-FA1C88E6127C}"/>
                                            </p:graphicEl>
                                          </p:spTgt>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12">
                                            <p:graphicEl>
                                              <a:dgm id="{6F7C17BA-274C-B847-A4FE-6D37E1E977EC}"/>
                                            </p:graphicEl>
                                          </p:spTgt>
                                        </p:tgtEl>
                                        <p:attrNameLst>
                                          <p:attrName>style.visibility</p:attrName>
                                        </p:attrNameLst>
                                      </p:cBhvr>
                                      <p:to>
                                        <p:strVal val="visible"/>
                                      </p:to>
                                    </p:set>
                                    <p:animEffect transition="in" filter="dissolve">
                                      <p:cBhvr>
                                        <p:cTn id="32" dur="1000"/>
                                        <p:tgtEl>
                                          <p:spTgt spid="12">
                                            <p:graphicEl>
                                              <a:dgm id="{6F7C17BA-274C-B847-A4FE-6D37E1E977EC}"/>
                                            </p:graphicEl>
                                          </p:spTgt>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2">
                                            <p:graphicEl>
                                              <a:dgm id="{0F143A57-0A14-3547-A346-8DBC4163ADC4}"/>
                                            </p:graphicEl>
                                          </p:spTgt>
                                        </p:tgtEl>
                                        <p:attrNameLst>
                                          <p:attrName>style.visibility</p:attrName>
                                        </p:attrNameLst>
                                      </p:cBhvr>
                                      <p:to>
                                        <p:strVal val="visible"/>
                                      </p:to>
                                    </p:set>
                                    <p:animEffect transition="in" filter="dissolve">
                                      <p:cBhvr>
                                        <p:cTn id="35" dur="1000"/>
                                        <p:tgtEl>
                                          <p:spTgt spid="12">
                                            <p:graphicEl>
                                              <a:dgm id="{0F143A57-0A14-3547-A346-8DBC4163ADC4}"/>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2">
                                            <p:graphicEl>
                                              <a:dgm id="{A61A9CE2-B153-4F4E-B872-B31591E7B50E}"/>
                                            </p:graphicEl>
                                          </p:spTgt>
                                        </p:tgtEl>
                                        <p:attrNameLst>
                                          <p:attrName>style.visibility</p:attrName>
                                        </p:attrNameLst>
                                      </p:cBhvr>
                                      <p:to>
                                        <p:strVal val="visible"/>
                                      </p:to>
                                    </p:set>
                                    <p:animEffect transition="in" filter="dissolve">
                                      <p:cBhvr>
                                        <p:cTn id="40" dur="1000"/>
                                        <p:tgtEl>
                                          <p:spTgt spid="12">
                                            <p:graphicEl>
                                              <a:dgm id="{A61A9CE2-B153-4F4E-B872-B31591E7B50E}"/>
                                            </p:graphicEl>
                                          </p:spTgt>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2">
                                            <p:graphicEl>
                                              <a:dgm id="{BB37A471-E8BC-5B4E-AB90-900620D8C92C}"/>
                                            </p:graphicEl>
                                          </p:spTgt>
                                        </p:tgtEl>
                                        <p:attrNameLst>
                                          <p:attrName>style.visibility</p:attrName>
                                        </p:attrNameLst>
                                      </p:cBhvr>
                                      <p:to>
                                        <p:strVal val="visible"/>
                                      </p:to>
                                    </p:set>
                                    <p:animEffect transition="in" filter="dissolve">
                                      <p:cBhvr>
                                        <p:cTn id="43" dur="1000"/>
                                        <p:tgtEl>
                                          <p:spTgt spid="12">
                                            <p:graphicEl>
                                              <a:dgm id="{BB37A471-E8BC-5B4E-AB90-900620D8C92C}"/>
                                            </p:graphicEl>
                                          </p:spTgt>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2">
                                            <p:graphicEl>
                                              <a:dgm id="{64DB311A-4A1F-3A47-8952-B8E944014770}"/>
                                            </p:graphicEl>
                                          </p:spTgt>
                                        </p:tgtEl>
                                        <p:attrNameLst>
                                          <p:attrName>style.visibility</p:attrName>
                                        </p:attrNameLst>
                                      </p:cBhvr>
                                      <p:to>
                                        <p:strVal val="visible"/>
                                      </p:to>
                                    </p:set>
                                    <p:animEffect transition="in" filter="dissolve">
                                      <p:cBhvr>
                                        <p:cTn id="46" dur="1000"/>
                                        <p:tgtEl>
                                          <p:spTgt spid="12">
                                            <p:graphicEl>
                                              <a:dgm id="{64DB311A-4A1F-3A47-8952-B8E944014770}"/>
                                            </p:graphicEl>
                                          </p:spTgt>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2">
                                            <p:graphicEl>
                                              <a:dgm id="{C9E9F3CC-11F9-DB4B-B922-E71A4B297212}"/>
                                            </p:graphicEl>
                                          </p:spTgt>
                                        </p:tgtEl>
                                        <p:attrNameLst>
                                          <p:attrName>style.visibility</p:attrName>
                                        </p:attrNameLst>
                                      </p:cBhvr>
                                      <p:to>
                                        <p:strVal val="visible"/>
                                      </p:to>
                                    </p:set>
                                    <p:animEffect transition="in" filter="dissolve">
                                      <p:cBhvr>
                                        <p:cTn id="49" dur="1000"/>
                                        <p:tgtEl>
                                          <p:spTgt spid="12">
                                            <p:graphicEl>
                                              <a:dgm id="{C9E9F3CC-11F9-DB4B-B922-E71A4B297212}"/>
                                            </p:graphicEl>
                                          </p:spTgt>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12">
                                            <p:graphicEl>
                                              <a:dgm id="{DF784482-89F8-6641-8A6B-C155D68403A1}"/>
                                            </p:graphicEl>
                                          </p:spTgt>
                                        </p:tgtEl>
                                        <p:attrNameLst>
                                          <p:attrName>style.visibility</p:attrName>
                                        </p:attrNameLst>
                                      </p:cBhvr>
                                      <p:to>
                                        <p:strVal val="visible"/>
                                      </p:to>
                                    </p:set>
                                    <p:animEffect transition="in" filter="dissolve">
                                      <p:cBhvr>
                                        <p:cTn id="54" dur="1000"/>
                                        <p:tgtEl>
                                          <p:spTgt spid="12">
                                            <p:graphicEl>
                                              <a:dgm id="{DF784482-89F8-6641-8A6B-C155D68403A1}"/>
                                            </p:graphicEl>
                                          </p:spTgt>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12">
                                            <p:graphicEl>
                                              <a:dgm id="{DE6C9F4C-C6CB-0D4C-94E4-B1FE7F0DA9AD}"/>
                                            </p:graphicEl>
                                          </p:spTgt>
                                        </p:tgtEl>
                                        <p:attrNameLst>
                                          <p:attrName>style.visibility</p:attrName>
                                        </p:attrNameLst>
                                      </p:cBhvr>
                                      <p:to>
                                        <p:strVal val="visible"/>
                                      </p:to>
                                    </p:set>
                                    <p:animEffect transition="in" filter="dissolve">
                                      <p:cBhvr>
                                        <p:cTn id="57" dur="1000"/>
                                        <p:tgtEl>
                                          <p:spTgt spid="12">
                                            <p:graphicEl>
                                              <a:dgm id="{DE6C9F4C-C6CB-0D4C-94E4-B1FE7F0DA9AD}"/>
                                            </p:graphicEl>
                                          </p:spTgt>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12">
                                            <p:graphicEl>
                                              <a:dgm id="{FD0D9FDB-ABBC-BC4E-85F2-0C047BABA496}"/>
                                            </p:graphicEl>
                                          </p:spTgt>
                                        </p:tgtEl>
                                        <p:attrNameLst>
                                          <p:attrName>style.visibility</p:attrName>
                                        </p:attrNameLst>
                                      </p:cBhvr>
                                      <p:to>
                                        <p:strVal val="visible"/>
                                      </p:to>
                                    </p:set>
                                    <p:animEffect transition="in" filter="dissolve">
                                      <p:cBhvr>
                                        <p:cTn id="60" dur="1000"/>
                                        <p:tgtEl>
                                          <p:spTgt spid="12">
                                            <p:graphicEl>
                                              <a:dgm id="{FD0D9FDB-ABBC-BC4E-85F2-0C047BABA496}"/>
                                            </p:graphicEl>
                                          </p:spTgt>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12">
                                            <p:graphicEl>
                                              <a:dgm id="{9EF9B02D-DF4F-FE4B-A317-D93D4581F5DD}"/>
                                            </p:graphicEl>
                                          </p:spTgt>
                                        </p:tgtEl>
                                        <p:attrNameLst>
                                          <p:attrName>style.visibility</p:attrName>
                                        </p:attrNameLst>
                                      </p:cBhvr>
                                      <p:to>
                                        <p:strVal val="visible"/>
                                      </p:to>
                                    </p:set>
                                    <p:animEffect transition="in" filter="dissolve">
                                      <p:cBhvr>
                                        <p:cTn id="63" dur="1000"/>
                                        <p:tgtEl>
                                          <p:spTgt spid="12">
                                            <p:graphicEl>
                                              <a:dgm id="{9EF9B02D-DF4F-FE4B-A317-D93D4581F5DD}"/>
                                            </p:graphicEl>
                                          </p:spTgt>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12">
                                            <p:graphicEl>
                                              <a:dgm id="{FACDF4A6-593E-EB41-ABD4-65D70C55C1A4}"/>
                                            </p:graphicEl>
                                          </p:spTgt>
                                        </p:tgtEl>
                                        <p:attrNameLst>
                                          <p:attrName>style.visibility</p:attrName>
                                        </p:attrNameLst>
                                      </p:cBhvr>
                                      <p:to>
                                        <p:strVal val="visible"/>
                                      </p:to>
                                    </p:set>
                                    <p:animEffect transition="in" filter="dissolve">
                                      <p:cBhvr>
                                        <p:cTn id="66" dur="1000"/>
                                        <p:tgtEl>
                                          <p:spTgt spid="12">
                                            <p:graphicEl>
                                              <a:dgm id="{FACDF4A6-593E-EB41-ABD4-65D70C55C1A4}"/>
                                            </p:graphicEl>
                                          </p:spTgt>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12">
                                            <p:graphicEl>
                                              <a:dgm id="{FA16607D-1B81-9A48-B667-DA01C8E4BD74}"/>
                                            </p:graphicEl>
                                          </p:spTgt>
                                        </p:tgtEl>
                                        <p:attrNameLst>
                                          <p:attrName>style.visibility</p:attrName>
                                        </p:attrNameLst>
                                      </p:cBhvr>
                                      <p:to>
                                        <p:strVal val="visible"/>
                                      </p:to>
                                    </p:set>
                                    <p:animEffect transition="in" filter="dissolve">
                                      <p:cBhvr>
                                        <p:cTn id="69" dur="1000"/>
                                        <p:tgtEl>
                                          <p:spTgt spid="12">
                                            <p:graphicEl>
                                              <a:dgm id="{FA16607D-1B81-9A48-B667-DA01C8E4BD74}"/>
                                            </p:graphicEl>
                                          </p:spTgt>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12">
                                            <p:graphicEl>
                                              <a:dgm id="{1AF8D188-820C-DF45-BAED-301DB32A9913}"/>
                                            </p:graphicEl>
                                          </p:spTgt>
                                        </p:tgtEl>
                                        <p:attrNameLst>
                                          <p:attrName>style.visibility</p:attrName>
                                        </p:attrNameLst>
                                      </p:cBhvr>
                                      <p:to>
                                        <p:strVal val="visible"/>
                                      </p:to>
                                    </p:set>
                                    <p:animEffect transition="in" filter="dissolve">
                                      <p:cBhvr>
                                        <p:cTn id="72" dur="1000"/>
                                        <p:tgtEl>
                                          <p:spTgt spid="12">
                                            <p:graphicEl>
                                              <a:dgm id="{1AF8D188-820C-DF45-BAED-301DB32A9913}"/>
                                            </p:graphicEl>
                                          </p:spTgt>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12">
                                            <p:graphicEl>
                                              <a:dgm id="{0A71A78D-E909-BF41-8219-838C2C89FCC2}"/>
                                            </p:graphicEl>
                                          </p:spTgt>
                                        </p:tgtEl>
                                        <p:attrNameLst>
                                          <p:attrName>style.visibility</p:attrName>
                                        </p:attrNameLst>
                                      </p:cBhvr>
                                      <p:to>
                                        <p:strVal val="visible"/>
                                      </p:to>
                                    </p:set>
                                    <p:animEffect transition="in" filter="dissolve">
                                      <p:cBhvr>
                                        <p:cTn id="75" dur="1000"/>
                                        <p:tgtEl>
                                          <p:spTgt spid="12">
                                            <p:graphicEl>
                                              <a:dgm id="{0A71A78D-E909-BF41-8219-838C2C89FCC2}"/>
                                            </p:graphicEl>
                                          </p:spTgt>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12">
                                            <p:graphicEl>
                                              <a:dgm id="{E4E90E3E-2731-F042-9D37-DB9F9BCE6BC5}"/>
                                            </p:graphicEl>
                                          </p:spTgt>
                                        </p:tgtEl>
                                        <p:attrNameLst>
                                          <p:attrName>style.visibility</p:attrName>
                                        </p:attrNameLst>
                                      </p:cBhvr>
                                      <p:to>
                                        <p:strVal val="visible"/>
                                      </p:to>
                                    </p:set>
                                    <p:animEffect transition="in" filter="dissolve">
                                      <p:cBhvr>
                                        <p:cTn id="80" dur="1000"/>
                                        <p:tgtEl>
                                          <p:spTgt spid="12">
                                            <p:graphicEl>
                                              <a:dgm id="{E4E90E3E-2731-F042-9D37-DB9F9BCE6BC5}"/>
                                            </p:graphicEl>
                                          </p:spTgt>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12">
                                            <p:graphicEl>
                                              <a:dgm id="{2ACFABD4-55C1-4D48-9483-72FE8BF75A07}"/>
                                            </p:graphicEl>
                                          </p:spTgt>
                                        </p:tgtEl>
                                        <p:attrNameLst>
                                          <p:attrName>style.visibility</p:attrName>
                                        </p:attrNameLst>
                                      </p:cBhvr>
                                      <p:to>
                                        <p:strVal val="visible"/>
                                      </p:to>
                                    </p:set>
                                    <p:animEffect transition="in" filter="dissolve">
                                      <p:cBhvr>
                                        <p:cTn id="83" dur="1000"/>
                                        <p:tgtEl>
                                          <p:spTgt spid="12">
                                            <p:graphicEl>
                                              <a:dgm id="{2ACFABD4-55C1-4D48-9483-72FE8BF75A07}"/>
                                            </p:graphicEl>
                                          </p:spTgt>
                                        </p:tgtEl>
                                      </p:cBhvr>
                                    </p:animEffect>
                                  </p:childTnLst>
                                </p:cTn>
                              </p:par>
                              <p:par>
                                <p:cTn id="84" presetID="9" presetClass="entr" presetSubtype="0" fill="hold" grpId="0" nodeType="withEffect">
                                  <p:stCondLst>
                                    <p:cond delay="0"/>
                                  </p:stCondLst>
                                  <p:childTnLst>
                                    <p:set>
                                      <p:cBhvr>
                                        <p:cTn id="85" dur="1" fill="hold">
                                          <p:stCondLst>
                                            <p:cond delay="0"/>
                                          </p:stCondLst>
                                        </p:cTn>
                                        <p:tgtEl>
                                          <p:spTgt spid="12">
                                            <p:graphicEl>
                                              <a:dgm id="{B107A14B-4BDC-424C-B93A-32A74608922E}"/>
                                            </p:graphicEl>
                                          </p:spTgt>
                                        </p:tgtEl>
                                        <p:attrNameLst>
                                          <p:attrName>style.visibility</p:attrName>
                                        </p:attrNameLst>
                                      </p:cBhvr>
                                      <p:to>
                                        <p:strVal val="visible"/>
                                      </p:to>
                                    </p:set>
                                    <p:animEffect transition="in" filter="dissolve">
                                      <p:cBhvr>
                                        <p:cTn id="86" dur="1000"/>
                                        <p:tgtEl>
                                          <p:spTgt spid="12">
                                            <p:graphicEl>
                                              <a:dgm id="{B107A14B-4BDC-424C-B93A-32A74608922E}"/>
                                            </p:graphicEl>
                                          </p:spTgt>
                                        </p:tgtEl>
                                      </p:cBhvr>
                                    </p:animEffect>
                                  </p:childTnLst>
                                </p:cTn>
                              </p:par>
                              <p:par>
                                <p:cTn id="87" presetID="9" presetClass="entr" presetSubtype="0" fill="hold" grpId="0" nodeType="withEffect">
                                  <p:stCondLst>
                                    <p:cond delay="0"/>
                                  </p:stCondLst>
                                  <p:childTnLst>
                                    <p:set>
                                      <p:cBhvr>
                                        <p:cTn id="88" dur="1" fill="hold">
                                          <p:stCondLst>
                                            <p:cond delay="0"/>
                                          </p:stCondLst>
                                        </p:cTn>
                                        <p:tgtEl>
                                          <p:spTgt spid="12">
                                            <p:graphicEl>
                                              <a:dgm id="{D55E269D-B4C0-3F45-A93B-177535A1B8C1}"/>
                                            </p:graphicEl>
                                          </p:spTgt>
                                        </p:tgtEl>
                                        <p:attrNameLst>
                                          <p:attrName>style.visibility</p:attrName>
                                        </p:attrNameLst>
                                      </p:cBhvr>
                                      <p:to>
                                        <p:strVal val="visible"/>
                                      </p:to>
                                    </p:set>
                                    <p:animEffect transition="in" filter="dissolve">
                                      <p:cBhvr>
                                        <p:cTn id="89" dur="1000"/>
                                        <p:tgtEl>
                                          <p:spTgt spid="12">
                                            <p:graphicEl>
                                              <a:dgm id="{D55E269D-B4C0-3F45-A93B-177535A1B8C1}"/>
                                            </p:graphicEl>
                                          </p:spTgt>
                                        </p:tgtEl>
                                      </p:cBhvr>
                                    </p:animEffect>
                                  </p:childTnLst>
                                </p:cTn>
                              </p:par>
                              <p:par>
                                <p:cTn id="90" presetID="9" presetClass="entr" presetSubtype="0" fill="hold" grpId="0" nodeType="withEffect">
                                  <p:stCondLst>
                                    <p:cond delay="0"/>
                                  </p:stCondLst>
                                  <p:childTnLst>
                                    <p:set>
                                      <p:cBhvr>
                                        <p:cTn id="91" dur="1" fill="hold">
                                          <p:stCondLst>
                                            <p:cond delay="0"/>
                                          </p:stCondLst>
                                        </p:cTn>
                                        <p:tgtEl>
                                          <p:spTgt spid="12">
                                            <p:graphicEl>
                                              <a:dgm id="{46B63B86-DFF5-994C-AA45-21E019DDB9A3}"/>
                                            </p:graphicEl>
                                          </p:spTgt>
                                        </p:tgtEl>
                                        <p:attrNameLst>
                                          <p:attrName>style.visibility</p:attrName>
                                        </p:attrNameLst>
                                      </p:cBhvr>
                                      <p:to>
                                        <p:strVal val="visible"/>
                                      </p:to>
                                    </p:set>
                                    <p:animEffect transition="in" filter="dissolve">
                                      <p:cBhvr>
                                        <p:cTn id="92" dur="1000"/>
                                        <p:tgtEl>
                                          <p:spTgt spid="12">
                                            <p:graphicEl>
                                              <a:dgm id="{46B63B86-DFF5-994C-AA45-21E019DDB9A3}"/>
                                            </p:graphicEl>
                                          </p:spTgt>
                                        </p:tgtEl>
                                      </p:cBhvr>
                                    </p:animEffect>
                                  </p:childTnLst>
                                </p:cTn>
                              </p:par>
                              <p:par>
                                <p:cTn id="93" presetID="9" presetClass="entr" presetSubtype="0" fill="hold" grpId="0" nodeType="withEffect">
                                  <p:stCondLst>
                                    <p:cond delay="0"/>
                                  </p:stCondLst>
                                  <p:childTnLst>
                                    <p:set>
                                      <p:cBhvr>
                                        <p:cTn id="94" dur="1" fill="hold">
                                          <p:stCondLst>
                                            <p:cond delay="0"/>
                                          </p:stCondLst>
                                        </p:cTn>
                                        <p:tgtEl>
                                          <p:spTgt spid="12">
                                            <p:graphicEl>
                                              <a:dgm id="{4E814A77-EAB9-A847-92F8-CFFC55E43EE7}"/>
                                            </p:graphicEl>
                                          </p:spTgt>
                                        </p:tgtEl>
                                        <p:attrNameLst>
                                          <p:attrName>style.visibility</p:attrName>
                                        </p:attrNameLst>
                                      </p:cBhvr>
                                      <p:to>
                                        <p:strVal val="visible"/>
                                      </p:to>
                                    </p:set>
                                    <p:animEffect transition="in" filter="dissolve">
                                      <p:cBhvr>
                                        <p:cTn id="95" dur="1000"/>
                                        <p:tgtEl>
                                          <p:spTgt spid="12">
                                            <p:graphicEl>
                                              <a:dgm id="{4E814A77-EAB9-A847-92F8-CFFC55E43EE7}"/>
                                            </p:graphicEl>
                                          </p:spTgt>
                                        </p:tgtEl>
                                      </p:cBhvr>
                                    </p:animEffect>
                                  </p:childTnLst>
                                </p:cTn>
                              </p:par>
                              <p:par>
                                <p:cTn id="96" presetID="9" presetClass="entr" presetSubtype="0" fill="hold" grpId="0" nodeType="withEffect">
                                  <p:stCondLst>
                                    <p:cond delay="0"/>
                                  </p:stCondLst>
                                  <p:childTnLst>
                                    <p:set>
                                      <p:cBhvr>
                                        <p:cTn id="97" dur="1" fill="hold">
                                          <p:stCondLst>
                                            <p:cond delay="0"/>
                                          </p:stCondLst>
                                        </p:cTn>
                                        <p:tgtEl>
                                          <p:spTgt spid="12">
                                            <p:graphicEl>
                                              <a:dgm id="{1019AFF4-D8C8-CE45-BA36-9F2C41E4F8E7}"/>
                                            </p:graphicEl>
                                          </p:spTgt>
                                        </p:tgtEl>
                                        <p:attrNameLst>
                                          <p:attrName>style.visibility</p:attrName>
                                        </p:attrNameLst>
                                      </p:cBhvr>
                                      <p:to>
                                        <p:strVal val="visible"/>
                                      </p:to>
                                    </p:set>
                                    <p:animEffect transition="in" filter="dissolve">
                                      <p:cBhvr>
                                        <p:cTn id="98" dur="1000"/>
                                        <p:tgtEl>
                                          <p:spTgt spid="12">
                                            <p:graphicEl>
                                              <a:dgm id="{1019AFF4-D8C8-CE45-BA36-9F2C41E4F8E7}"/>
                                            </p:graphicEl>
                                          </p:spTgt>
                                        </p:tgtEl>
                                      </p:cBhvr>
                                    </p:animEffect>
                                  </p:childTnLst>
                                </p:cTn>
                              </p:par>
                              <p:par>
                                <p:cTn id="99" presetID="9" presetClass="entr" presetSubtype="0" fill="hold" grpId="0" nodeType="withEffect">
                                  <p:stCondLst>
                                    <p:cond delay="0"/>
                                  </p:stCondLst>
                                  <p:childTnLst>
                                    <p:set>
                                      <p:cBhvr>
                                        <p:cTn id="100" dur="1" fill="hold">
                                          <p:stCondLst>
                                            <p:cond delay="0"/>
                                          </p:stCondLst>
                                        </p:cTn>
                                        <p:tgtEl>
                                          <p:spTgt spid="12">
                                            <p:graphicEl>
                                              <a:dgm id="{69B241A1-06BE-4B49-9D38-40A9F75BD9C5}"/>
                                            </p:graphicEl>
                                          </p:spTgt>
                                        </p:tgtEl>
                                        <p:attrNameLst>
                                          <p:attrName>style.visibility</p:attrName>
                                        </p:attrNameLst>
                                      </p:cBhvr>
                                      <p:to>
                                        <p:strVal val="visible"/>
                                      </p:to>
                                    </p:set>
                                    <p:animEffect transition="in" filter="dissolve">
                                      <p:cBhvr>
                                        <p:cTn id="101" dur="1000"/>
                                        <p:tgtEl>
                                          <p:spTgt spid="12">
                                            <p:graphicEl>
                                              <a:dgm id="{69B241A1-06BE-4B49-9D38-40A9F75BD9C5}"/>
                                            </p:graphicEl>
                                          </p:spTgt>
                                        </p:tgtEl>
                                      </p:cBhvr>
                                    </p:animEffect>
                                  </p:childTnLst>
                                </p:cTn>
                              </p:par>
                            </p:childTnLst>
                          </p:cTn>
                        </p:par>
                      </p:childTnLst>
                    </p:cTn>
                  </p:par>
                  <p:par>
                    <p:cTn id="102" fill="hold">
                      <p:stCondLst>
                        <p:cond delay="indefinite"/>
                      </p:stCondLst>
                      <p:childTnLst>
                        <p:par>
                          <p:cTn id="103" fill="hold">
                            <p:stCondLst>
                              <p:cond delay="0"/>
                            </p:stCondLst>
                            <p:childTnLst>
                              <p:par>
                                <p:cTn id="104" presetID="9" presetClass="entr" presetSubtype="0" fill="hold" grpId="0" nodeType="clickEffect">
                                  <p:stCondLst>
                                    <p:cond delay="0"/>
                                  </p:stCondLst>
                                  <p:childTnLst>
                                    <p:set>
                                      <p:cBhvr>
                                        <p:cTn id="105" dur="1" fill="hold">
                                          <p:stCondLst>
                                            <p:cond delay="0"/>
                                          </p:stCondLst>
                                        </p:cTn>
                                        <p:tgtEl>
                                          <p:spTgt spid="12">
                                            <p:graphicEl>
                                              <a:dgm id="{91F0C1BD-D8D7-024B-A8D6-8FEAE33632DB}"/>
                                            </p:graphicEl>
                                          </p:spTgt>
                                        </p:tgtEl>
                                        <p:attrNameLst>
                                          <p:attrName>style.visibility</p:attrName>
                                        </p:attrNameLst>
                                      </p:cBhvr>
                                      <p:to>
                                        <p:strVal val="visible"/>
                                      </p:to>
                                    </p:set>
                                    <p:animEffect transition="in" filter="dissolve">
                                      <p:cBhvr>
                                        <p:cTn id="106" dur="1000"/>
                                        <p:tgtEl>
                                          <p:spTgt spid="12">
                                            <p:graphicEl>
                                              <a:dgm id="{91F0C1BD-D8D7-024B-A8D6-8FEAE33632DB}"/>
                                            </p:graphicEl>
                                          </p:spTgt>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12">
                                            <p:graphicEl>
                                              <a:dgm id="{BFE41C2E-8917-FC47-8728-AC8D9B66C971}"/>
                                            </p:graphicEl>
                                          </p:spTgt>
                                        </p:tgtEl>
                                        <p:attrNameLst>
                                          <p:attrName>style.visibility</p:attrName>
                                        </p:attrNameLst>
                                      </p:cBhvr>
                                      <p:to>
                                        <p:strVal val="visible"/>
                                      </p:to>
                                    </p:set>
                                    <p:animEffect transition="in" filter="dissolve">
                                      <p:cBhvr>
                                        <p:cTn id="109" dur="1000"/>
                                        <p:tgtEl>
                                          <p:spTgt spid="12">
                                            <p:graphicEl>
                                              <a:dgm id="{BFE41C2E-8917-FC47-8728-AC8D9B66C971}"/>
                                            </p:graphicEl>
                                          </p:spTgt>
                                        </p:tgtEl>
                                      </p:cBhvr>
                                    </p:animEffect>
                                  </p:childTnLst>
                                </p:cTn>
                              </p:par>
                              <p:par>
                                <p:cTn id="110" presetID="9" presetClass="entr" presetSubtype="0" fill="hold" grpId="0" nodeType="withEffect">
                                  <p:stCondLst>
                                    <p:cond delay="0"/>
                                  </p:stCondLst>
                                  <p:childTnLst>
                                    <p:set>
                                      <p:cBhvr>
                                        <p:cTn id="111" dur="1" fill="hold">
                                          <p:stCondLst>
                                            <p:cond delay="0"/>
                                          </p:stCondLst>
                                        </p:cTn>
                                        <p:tgtEl>
                                          <p:spTgt spid="12">
                                            <p:graphicEl>
                                              <a:dgm id="{0A9BB3C7-4C67-1949-B4BE-EA2602A580B8}"/>
                                            </p:graphicEl>
                                          </p:spTgt>
                                        </p:tgtEl>
                                        <p:attrNameLst>
                                          <p:attrName>style.visibility</p:attrName>
                                        </p:attrNameLst>
                                      </p:cBhvr>
                                      <p:to>
                                        <p:strVal val="visible"/>
                                      </p:to>
                                    </p:set>
                                    <p:animEffect transition="in" filter="dissolve">
                                      <p:cBhvr>
                                        <p:cTn id="112" dur="1000"/>
                                        <p:tgtEl>
                                          <p:spTgt spid="12">
                                            <p:graphicEl>
                                              <a:dgm id="{0A9BB3C7-4C67-1949-B4BE-EA2602A580B8}"/>
                                            </p:graphicEl>
                                          </p:spTgt>
                                        </p:tgtEl>
                                      </p:cBhvr>
                                    </p:animEffect>
                                  </p:childTnLst>
                                </p:cTn>
                              </p:par>
                              <p:par>
                                <p:cTn id="113" presetID="9" presetClass="entr" presetSubtype="0" fill="hold" grpId="0" nodeType="withEffect">
                                  <p:stCondLst>
                                    <p:cond delay="0"/>
                                  </p:stCondLst>
                                  <p:childTnLst>
                                    <p:set>
                                      <p:cBhvr>
                                        <p:cTn id="114" dur="1" fill="hold">
                                          <p:stCondLst>
                                            <p:cond delay="0"/>
                                          </p:stCondLst>
                                        </p:cTn>
                                        <p:tgtEl>
                                          <p:spTgt spid="12">
                                            <p:graphicEl>
                                              <a:dgm id="{00AE9B91-0C5D-3A4C-B346-78F629125E86}"/>
                                            </p:graphicEl>
                                          </p:spTgt>
                                        </p:tgtEl>
                                        <p:attrNameLst>
                                          <p:attrName>style.visibility</p:attrName>
                                        </p:attrNameLst>
                                      </p:cBhvr>
                                      <p:to>
                                        <p:strVal val="visible"/>
                                      </p:to>
                                    </p:set>
                                    <p:animEffect transition="in" filter="dissolve">
                                      <p:cBhvr>
                                        <p:cTn id="115" dur="1000"/>
                                        <p:tgtEl>
                                          <p:spTgt spid="12">
                                            <p:graphicEl>
                                              <a:dgm id="{00AE9B91-0C5D-3A4C-B346-78F629125E86}"/>
                                            </p:graphicEl>
                                          </p:spTgt>
                                        </p:tgtEl>
                                      </p:cBhvr>
                                    </p:animEffect>
                                  </p:childTnLst>
                                </p:cTn>
                              </p:par>
                              <p:par>
                                <p:cTn id="116" presetID="9" presetClass="entr" presetSubtype="0" fill="hold" grpId="0" nodeType="withEffect">
                                  <p:stCondLst>
                                    <p:cond delay="0"/>
                                  </p:stCondLst>
                                  <p:childTnLst>
                                    <p:set>
                                      <p:cBhvr>
                                        <p:cTn id="117" dur="1" fill="hold">
                                          <p:stCondLst>
                                            <p:cond delay="0"/>
                                          </p:stCondLst>
                                        </p:cTn>
                                        <p:tgtEl>
                                          <p:spTgt spid="12">
                                            <p:graphicEl>
                                              <a:dgm id="{E5FF68D6-D361-BB45-9C94-417F6555FE12}"/>
                                            </p:graphicEl>
                                          </p:spTgt>
                                        </p:tgtEl>
                                        <p:attrNameLst>
                                          <p:attrName>style.visibility</p:attrName>
                                        </p:attrNameLst>
                                      </p:cBhvr>
                                      <p:to>
                                        <p:strVal val="visible"/>
                                      </p:to>
                                    </p:set>
                                    <p:animEffect transition="in" filter="dissolve">
                                      <p:cBhvr>
                                        <p:cTn id="118" dur="1000"/>
                                        <p:tgtEl>
                                          <p:spTgt spid="12">
                                            <p:graphicEl>
                                              <a:dgm id="{E5FF68D6-D361-BB45-9C94-417F6555FE12}"/>
                                            </p:graphicEl>
                                          </p:spTgt>
                                        </p:tgtEl>
                                      </p:cBhvr>
                                    </p:animEffect>
                                  </p:childTnLst>
                                </p:cTn>
                              </p:par>
                              <p:par>
                                <p:cTn id="119" presetID="9" presetClass="entr" presetSubtype="0" fill="hold" grpId="0" nodeType="withEffect">
                                  <p:stCondLst>
                                    <p:cond delay="0"/>
                                  </p:stCondLst>
                                  <p:childTnLst>
                                    <p:set>
                                      <p:cBhvr>
                                        <p:cTn id="120" dur="1" fill="hold">
                                          <p:stCondLst>
                                            <p:cond delay="0"/>
                                          </p:stCondLst>
                                        </p:cTn>
                                        <p:tgtEl>
                                          <p:spTgt spid="12">
                                            <p:graphicEl>
                                              <a:dgm id="{0C04164C-DA43-744B-9640-71A33DCBC2AB}"/>
                                            </p:graphicEl>
                                          </p:spTgt>
                                        </p:tgtEl>
                                        <p:attrNameLst>
                                          <p:attrName>style.visibility</p:attrName>
                                        </p:attrNameLst>
                                      </p:cBhvr>
                                      <p:to>
                                        <p:strVal val="visible"/>
                                      </p:to>
                                    </p:set>
                                    <p:animEffect transition="in" filter="dissolve">
                                      <p:cBhvr>
                                        <p:cTn id="121" dur="1000"/>
                                        <p:tgtEl>
                                          <p:spTgt spid="12">
                                            <p:graphicEl>
                                              <a:dgm id="{0C04164C-DA43-744B-9640-71A33DCBC2AB}"/>
                                            </p:graphicEl>
                                          </p:spTgt>
                                        </p:tgtEl>
                                      </p:cBhvr>
                                    </p:animEffect>
                                  </p:childTnLst>
                                </p:cTn>
                              </p:par>
                              <p:par>
                                <p:cTn id="122" presetID="9" presetClass="entr" presetSubtype="0" fill="hold" grpId="0" nodeType="withEffect">
                                  <p:stCondLst>
                                    <p:cond delay="0"/>
                                  </p:stCondLst>
                                  <p:childTnLst>
                                    <p:set>
                                      <p:cBhvr>
                                        <p:cTn id="123" dur="1" fill="hold">
                                          <p:stCondLst>
                                            <p:cond delay="0"/>
                                          </p:stCondLst>
                                        </p:cTn>
                                        <p:tgtEl>
                                          <p:spTgt spid="12">
                                            <p:graphicEl>
                                              <a:dgm id="{107105A4-83F5-184D-85CE-7DD08E12A0D5}"/>
                                            </p:graphicEl>
                                          </p:spTgt>
                                        </p:tgtEl>
                                        <p:attrNameLst>
                                          <p:attrName>style.visibility</p:attrName>
                                        </p:attrNameLst>
                                      </p:cBhvr>
                                      <p:to>
                                        <p:strVal val="visible"/>
                                      </p:to>
                                    </p:set>
                                    <p:animEffect transition="in" filter="dissolve">
                                      <p:cBhvr>
                                        <p:cTn id="124" dur="1000"/>
                                        <p:tgtEl>
                                          <p:spTgt spid="12">
                                            <p:graphicEl>
                                              <a:dgm id="{107105A4-83F5-184D-85CE-7DD08E12A0D5}"/>
                                            </p:graphicEl>
                                          </p:spTgt>
                                        </p:tgtEl>
                                      </p:cBhvr>
                                    </p:animEffect>
                                  </p:childTnLst>
                                </p:cTn>
                              </p:par>
                              <p:par>
                                <p:cTn id="125" presetID="9" presetClass="entr" presetSubtype="0" fill="hold" grpId="0" nodeType="withEffect">
                                  <p:stCondLst>
                                    <p:cond delay="0"/>
                                  </p:stCondLst>
                                  <p:childTnLst>
                                    <p:set>
                                      <p:cBhvr>
                                        <p:cTn id="126" dur="1" fill="hold">
                                          <p:stCondLst>
                                            <p:cond delay="0"/>
                                          </p:stCondLst>
                                        </p:cTn>
                                        <p:tgtEl>
                                          <p:spTgt spid="12">
                                            <p:graphicEl>
                                              <a:dgm id="{8812CDD5-0B45-EC4F-9173-20421C1F359F}"/>
                                            </p:graphicEl>
                                          </p:spTgt>
                                        </p:tgtEl>
                                        <p:attrNameLst>
                                          <p:attrName>style.visibility</p:attrName>
                                        </p:attrNameLst>
                                      </p:cBhvr>
                                      <p:to>
                                        <p:strVal val="visible"/>
                                      </p:to>
                                    </p:set>
                                    <p:animEffect transition="in" filter="dissolve">
                                      <p:cBhvr>
                                        <p:cTn id="127" dur="1000"/>
                                        <p:tgtEl>
                                          <p:spTgt spid="12">
                                            <p:graphicEl>
                                              <a:dgm id="{8812CDD5-0B45-EC4F-9173-20421C1F359F}"/>
                                            </p:graphicEl>
                                          </p:spTgt>
                                        </p:tgtEl>
                                      </p:cBhvr>
                                    </p:animEffect>
                                  </p:childTnLst>
                                </p:cTn>
                              </p:par>
                            </p:childTnLst>
                          </p:cTn>
                        </p:par>
                      </p:childTnLst>
                    </p:cTn>
                  </p:par>
                  <p:par>
                    <p:cTn id="128" fill="hold">
                      <p:stCondLst>
                        <p:cond delay="indefinite"/>
                      </p:stCondLst>
                      <p:childTnLst>
                        <p:par>
                          <p:cTn id="129" fill="hold">
                            <p:stCondLst>
                              <p:cond delay="0"/>
                            </p:stCondLst>
                            <p:childTnLst>
                              <p:par>
                                <p:cTn id="130" presetID="9" presetClass="entr" presetSubtype="0" fill="hold" grpId="0" nodeType="clickEffect">
                                  <p:stCondLst>
                                    <p:cond delay="0"/>
                                  </p:stCondLst>
                                  <p:childTnLst>
                                    <p:set>
                                      <p:cBhvr>
                                        <p:cTn id="131" dur="1" fill="hold">
                                          <p:stCondLst>
                                            <p:cond delay="0"/>
                                          </p:stCondLst>
                                        </p:cTn>
                                        <p:tgtEl>
                                          <p:spTgt spid="12">
                                            <p:graphicEl>
                                              <a:dgm id="{F275A898-D448-9F44-A779-86D1C9635402}"/>
                                            </p:graphicEl>
                                          </p:spTgt>
                                        </p:tgtEl>
                                        <p:attrNameLst>
                                          <p:attrName>style.visibility</p:attrName>
                                        </p:attrNameLst>
                                      </p:cBhvr>
                                      <p:to>
                                        <p:strVal val="visible"/>
                                      </p:to>
                                    </p:set>
                                    <p:animEffect transition="in" filter="dissolve">
                                      <p:cBhvr>
                                        <p:cTn id="132" dur="1000"/>
                                        <p:tgtEl>
                                          <p:spTgt spid="12">
                                            <p:graphicEl>
                                              <a:dgm id="{F275A898-D448-9F44-A779-86D1C9635402}"/>
                                            </p:graphicEl>
                                          </p:spTgt>
                                        </p:tgtEl>
                                      </p:cBhvr>
                                    </p:animEffect>
                                  </p:childTnLst>
                                </p:cTn>
                              </p:par>
                              <p:par>
                                <p:cTn id="133" presetID="9" presetClass="entr" presetSubtype="0" fill="hold" grpId="0" nodeType="withEffect">
                                  <p:stCondLst>
                                    <p:cond delay="0"/>
                                  </p:stCondLst>
                                  <p:childTnLst>
                                    <p:set>
                                      <p:cBhvr>
                                        <p:cTn id="134" dur="1" fill="hold">
                                          <p:stCondLst>
                                            <p:cond delay="0"/>
                                          </p:stCondLst>
                                        </p:cTn>
                                        <p:tgtEl>
                                          <p:spTgt spid="12">
                                            <p:graphicEl>
                                              <a:dgm id="{E59B3C57-CCDF-7A4D-BFD8-CEF43CB6625C}"/>
                                            </p:graphicEl>
                                          </p:spTgt>
                                        </p:tgtEl>
                                        <p:attrNameLst>
                                          <p:attrName>style.visibility</p:attrName>
                                        </p:attrNameLst>
                                      </p:cBhvr>
                                      <p:to>
                                        <p:strVal val="visible"/>
                                      </p:to>
                                    </p:set>
                                    <p:animEffect transition="in" filter="dissolve">
                                      <p:cBhvr>
                                        <p:cTn id="135" dur="1000"/>
                                        <p:tgtEl>
                                          <p:spTgt spid="12">
                                            <p:graphicEl>
                                              <a:dgm id="{E59B3C57-CCDF-7A4D-BFD8-CEF43CB6625C}"/>
                                            </p:graphicEl>
                                          </p:spTgt>
                                        </p:tgtEl>
                                      </p:cBhvr>
                                    </p:animEffect>
                                  </p:childTnLst>
                                </p:cTn>
                              </p:par>
                              <p:par>
                                <p:cTn id="136" presetID="9" presetClass="entr" presetSubtype="0" fill="hold" grpId="0" nodeType="withEffect">
                                  <p:stCondLst>
                                    <p:cond delay="0"/>
                                  </p:stCondLst>
                                  <p:childTnLst>
                                    <p:set>
                                      <p:cBhvr>
                                        <p:cTn id="137" dur="1" fill="hold">
                                          <p:stCondLst>
                                            <p:cond delay="0"/>
                                          </p:stCondLst>
                                        </p:cTn>
                                        <p:tgtEl>
                                          <p:spTgt spid="12">
                                            <p:graphicEl>
                                              <a:dgm id="{508EF1F2-E20C-A346-AF68-DEA11D1950D7}"/>
                                            </p:graphicEl>
                                          </p:spTgt>
                                        </p:tgtEl>
                                        <p:attrNameLst>
                                          <p:attrName>style.visibility</p:attrName>
                                        </p:attrNameLst>
                                      </p:cBhvr>
                                      <p:to>
                                        <p:strVal val="visible"/>
                                      </p:to>
                                    </p:set>
                                    <p:animEffect transition="in" filter="dissolve">
                                      <p:cBhvr>
                                        <p:cTn id="138" dur="1000"/>
                                        <p:tgtEl>
                                          <p:spTgt spid="12">
                                            <p:graphicEl>
                                              <a:dgm id="{508EF1F2-E20C-A346-AF68-DEA11D1950D7}"/>
                                            </p:graphicEl>
                                          </p:spTgt>
                                        </p:tgtEl>
                                      </p:cBhvr>
                                    </p:animEffect>
                                  </p:childTnLst>
                                </p:cTn>
                              </p:par>
                              <p:par>
                                <p:cTn id="139" presetID="9" presetClass="entr" presetSubtype="0" fill="hold" grpId="0" nodeType="withEffect">
                                  <p:stCondLst>
                                    <p:cond delay="0"/>
                                  </p:stCondLst>
                                  <p:childTnLst>
                                    <p:set>
                                      <p:cBhvr>
                                        <p:cTn id="140" dur="1" fill="hold">
                                          <p:stCondLst>
                                            <p:cond delay="0"/>
                                          </p:stCondLst>
                                        </p:cTn>
                                        <p:tgtEl>
                                          <p:spTgt spid="12">
                                            <p:graphicEl>
                                              <a:dgm id="{9446DCA9-FACE-7C46-80B6-C5E3A7A1119B}"/>
                                            </p:graphicEl>
                                          </p:spTgt>
                                        </p:tgtEl>
                                        <p:attrNameLst>
                                          <p:attrName>style.visibility</p:attrName>
                                        </p:attrNameLst>
                                      </p:cBhvr>
                                      <p:to>
                                        <p:strVal val="visible"/>
                                      </p:to>
                                    </p:set>
                                    <p:animEffect transition="in" filter="dissolve">
                                      <p:cBhvr>
                                        <p:cTn id="141" dur="1000"/>
                                        <p:tgtEl>
                                          <p:spTgt spid="12">
                                            <p:graphicEl>
                                              <a:dgm id="{9446DCA9-FACE-7C46-80B6-C5E3A7A1119B}"/>
                                            </p:graphicEl>
                                          </p:spTgt>
                                        </p:tgtEl>
                                      </p:cBhvr>
                                    </p:animEffect>
                                  </p:childTnLst>
                                </p:cTn>
                              </p:par>
                              <p:par>
                                <p:cTn id="142" presetID="9" presetClass="entr" presetSubtype="0" fill="hold" grpId="0" nodeType="withEffect">
                                  <p:stCondLst>
                                    <p:cond delay="0"/>
                                  </p:stCondLst>
                                  <p:childTnLst>
                                    <p:set>
                                      <p:cBhvr>
                                        <p:cTn id="143" dur="1" fill="hold">
                                          <p:stCondLst>
                                            <p:cond delay="0"/>
                                          </p:stCondLst>
                                        </p:cTn>
                                        <p:tgtEl>
                                          <p:spTgt spid="12">
                                            <p:graphicEl>
                                              <a:dgm id="{D5244B91-B595-6843-BF3A-124DB5436E20}"/>
                                            </p:graphicEl>
                                          </p:spTgt>
                                        </p:tgtEl>
                                        <p:attrNameLst>
                                          <p:attrName>style.visibility</p:attrName>
                                        </p:attrNameLst>
                                      </p:cBhvr>
                                      <p:to>
                                        <p:strVal val="visible"/>
                                      </p:to>
                                    </p:set>
                                    <p:animEffect transition="in" filter="dissolve">
                                      <p:cBhvr>
                                        <p:cTn id="144" dur="1000"/>
                                        <p:tgtEl>
                                          <p:spTgt spid="12">
                                            <p:graphicEl>
                                              <a:dgm id="{D5244B91-B595-6843-BF3A-124DB5436E20}"/>
                                            </p:graphicEl>
                                          </p:spTgt>
                                        </p:tgtEl>
                                      </p:cBhvr>
                                    </p:animEffect>
                                  </p:childTnLst>
                                </p:cTn>
                              </p:par>
                              <p:par>
                                <p:cTn id="145" presetID="9" presetClass="entr" presetSubtype="0" fill="hold" grpId="0" nodeType="withEffect">
                                  <p:stCondLst>
                                    <p:cond delay="0"/>
                                  </p:stCondLst>
                                  <p:childTnLst>
                                    <p:set>
                                      <p:cBhvr>
                                        <p:cTn id="146" dur="1" fill="hold">
                                          <p:stCondLst>
                                            <p:cond delay="0"/>
                                          </p:stCondLst>
                                        </p:cTn>
                                        <p:tgtEl>
                                          <p:spTgt spid="12">
                                            <p:graphicEl>
                                              <a:dgm id="{FA81F937-48A2-7144-9438-CF9267137C70}"/>
                                            </p:graphicEl>
                                          </p:spTgt>
                                        </p:tgtEl>
                                        <p:attrNameLst>
                                          <p:attrName>style.visibility</p:attrName>
                                        </p:attrNameLst>
                                      </p:cBhvr>
                                      <p:to>
                                        <p:strVal val="visible"/>
                                      </p:to>
                                    </p:set>
                                    <p:animEffect transition="in" filter="dissolve">
                                      <p:cBhvr>
                                        <p:cTn id="147" dur="1000"/>
                                        <p:tgtEl>
                                          <p:spTgt spid="12">
                                            <p:graphicEl>
                                              <a:dgm id="{FA81F937-48A2-7144-9438-CF9267137C70}"/>
                                            </p:graphicEl>
                                          </p:spTgt>
                                        </p:tgtEl>
                                      </p:cBhvr>
                                    </p:animEffect>
                                  </p:childTnLst>
                                </p:cTn>
                              </p:par>
                              <p:par>
                                <p:cTn id="148" presetID="9" presetClass="entr" presetSubtype="0" fill="hold" grpId="0" nodeType="withEffect">
                                  <p:stCondLst>
                                    <p:cond delay="0"/>
                                  </p:stCondLst>
                                  <p:childTnLst>
                                    <p:set>
                                      <p:cBhvr>
                                        <p:cTn id="149" dur="1" fill="hold">
                                          <p:stCondLst>
                                            <p:cond delay="0"/>
                                          </p:stCondLst>
                                        </p:cTn>
                                        <p:tgtEl>
                                          <p:spTgt spid="12">
                                            <p:graphicEl>
                                              <a:dgm id="{40C95581-10E7-E04A-BE76-EB7B756835C4}"/>
                                            </p:graphicEl>
                                          </p:spTgt>
                                        </p:tgtEl>
                                        <p:attrNameLst>
                                          <p:attrName>style.visibility</p:attrName>
                                        </p:attrNameLst>
                                      </p:cBhvr>
                                      <p:to>
                                        <p:strVal val="visible"/>
                                      </p:to>
                                    </p:set>
                                    <p:animEffect transition="in" filter="dissolve">
                                      <p:cBhvr>
                                        <p:cTn id="150" dur="1000"/>
                                        <p:tgtEl>
                                          <p:spTgt spid="12">
                                            <p:graphicEl>
                                              <a:dgm id="{40C95581-10E7-E04A-BE76-EB7B756835C4}"/>
                                            </p:graphicEl>
                                          </p:spTgt>
                                        </p:tgtEl>
                                      </p:cBhvr>
                                    </p:animEffect>
                                  </p:childTnLst>
                                </p:cTn>
                              </p:par>
                              <p:par>
                                <p:cTn id="151" presetID="9" presetClass="entr" presetSubtype="0" fill="hold" grpId="0" nodeType="withEffect">
                                  <p:stCondLst>
                                    <p:cond delay="0"/>
                                  </p:stCondLst>
                                  <p:childTnLst>
                                    <p:set>
                                      <p:cBhvr>
                                        <p:cTn id="152" dur="1" fill="hold">
                                          <p:stCondLst>
                                            <p:cond delay="0"/>
                                          </p:stCondLst>
                                        </p:cTn>
                                        <p:tgtEl>
                                          <p:spTgt spid="12">
                                            <p:graphicEl>
                                              <a:dgm id="{81052660-A12F-A048-B90B-4C6628FADFEA}"/>
                                            </p:graphicEl>
                                          </p:spTgt>
                                        </p:tgtEl>
                                        <p:attrNameLst>
                                          <p:attrName>style.visibility</p:attrName>
                                        </p:attrNameLst>
                                      </p:cBhvr>
                                      <p:to>
                                        <p:strVal val="visible"/>
                                      </p:to>
                                    </p:set>
                                    <p:animEffect transition="in" filter="dissolve">
                                      <p:cBhvr>
                                        <p:cTn id="153" dur="1000"/>
                                        <p:tgtEl>
                                          <p:spTgt spid="12">
                                            <p:graphicEl>
                                              <a:dgm id="{81052660-A12F-A048-B90B-4C6628FADFEA}"/>
                                            </p:graphicEl>
                                          </p:spTgt>
                                        </p:tgtEl>
                                      </p:cBhvr>
                                    </p:animEffect>
                                  </p:childTnLst>
                                </p:cTn>
                              </p:par>
                            </p:childTnLst>
                          </p:cTn>
                        </p:par>
                      </p:childTnLst>
                    </p:cTn>
                  </p:par>
                  <p:par>
                    <p:cTn id="154" fill="hold">
                      <p:stCondLst>
                        <p:cond delay="indefinite"/>
                      </p:stCondLst>
                      <p:childTnLst>
                        <p:par>
                          <p:cTn id="155" fill="hold">
                            <p:stCondLst>
                              <p:cond delay="0"/>
                            </p:stCondLst>
                            <p:childTnLst>
                              <p:par>
                                <p:cTn id="156" presetID="9" presetClass="entr" presetSubtype="0" fill="hold" grpId="0" nodeType="clickEffect">
                                  <p:stCondLst>
                                    <p:cond delay="0"/>
                                  </p:stCondLst>
                                  <p:childTnLst>
                                    <p:set>
                                      <p:cBhvr>
                                        <p:cTn id="157" dur="1" fill="hold">
                                          <p:stCondLst>
                                            <p:cond delay="0"/>
                                          </p:stCondLst>
                                        </p:cTn>
                                        <p:tgtEl>
                                          <p:spTgt spid="12">
                                            <p:graphicEl>
                                              <a:dgm id="{DE946943-C1D1-2342-855F-B68AB6521502}"/>
                                            </p:graphicEl>
                                          </p:spTgt>
                                        </p:tgtEl>
                                        <p:attrNameLst>
                                          <p:attrName>style.visibility</p:attrName>
                                        </p:attrNameLst>
                                      </p:cBhvr>
                                      <p:to>
                                        <p:strVal val="visible"/>
                                      </p:to>
                                    </p:set>
                                    <p:animEffect transition="in" filter="dissolve">
                                      <p:cBhvr>
                                        <p:cTn id="158" dur="1000"/>
                                        <p:tgtEl>
                                          <p:spTgt spid="12">
                                            <p:graphicEl>
                                              <a:dgm id="{DE946943-C1D1-2342-855F-B68AB6521502}"/>
                                            </p:graphicEl>
                                          </p:spTgt>
                                        </p:tgtEl>
                                      </p:cBhvr>
                                    </p:animEffect>
                                  </p:childTnLst>
                                </p:cTn>
                              </p:par>
                              <p:par>
                                <p:cTn id="159" presetID="9" presetClass="entr" presetSubtype="0" fill="hold" grpId="0" nodeType="withEffect">
                                  <p:stCondLst>
                                    <p:cond delay="0"/>
                                  </p:stCondLst>
                                  <p:childTnLst>
                                    <p:set>
                                      <p:cBhvr>
                                        <p:cTn id="160" dur="1" fill="hold">
                                          <p:stCondLst>
                                            <p:cond delay="0"/>
                                          </p:stCondLst>
                                        </p:cTn>
                                        <p:tgtEl>
                                          <p:spTgt spid="12">
                                            <p:graphicEl>
                                              <a:dgm id="{1A807BE5-728A-F846-9952-204DC8BF9425}"/>
                                            </p:graphicEl>
                                          </p:spTgt>
                                        </p:tgtEl>
                                        <p:attrNameLst>
                                          <p:attrName>style.visibility</p:attrName>
                                        </p:attrNameLst>
                                      </p:cBhvr>
                                      <p:to>
                                        <p:strVal val="visible"/>
                                      </p:to>
                                    </p:set>
                                    <p:animEffect transition="in" filter="dissolve">
                                      <p:cBhvr>
                                        <p:cTn id="161" dur="1000"/>
                                        <p:tgtEl>
                                          <p:spTgt spid="12">
                                            <p:graphicEl>
                                              <a:dgm id="{1A807BE5-728A-F846-9952-204DC8BF9425}"/>
                                            </p:graphicEl>
                                          </p:spTgt>
                                        </p:tgtEl>
                                      </p:cBhvr>
                                    </p:animEffect>
                                  </p:childTnLst>
                                </p:cTn>
                              </p:par>
                              <p:par>
                                <p:cTn id="162" presetID="9" presetClass="entr" presetSubtype="0" fill="hold" grpId="0" nodeType="withEffect">
                                  <p:stCondLst>
                                    <p:cond delay="0"/>
                                  </p:stCondLst>
                                  <p:childTnLst>
                                    <p:set>
                                      <p:cBhvr>
                                        <p:cTn id="163" dur="1" fill="hold">
                                          <p:stCondLst>
                                            <p:cond delay="0"/>
                                          </p:stCondLst>
                                        </p:cTn>
                                        <p:tgtEl>
                                          <p:spTgt spid="12">
                                            <p:graphicEl>
                                              <a:dgm id="{003E4100-2566-C543-8695-F70ED0C8B034}"/>
                                            </p:graphicEl>
                                          </p:spTgt>
                                        </p:tgtEl>
                                        <p:attrNameLst>
                                          <p:attrName>style.visibility</p:attrName>
                                        </p:attrNameLst>
                                      </p:cBhvr>
                                      <p:to>
                                        <p:strVal val="visible"/>
                                      </p:to>
                                    </p:set>
                                    <p:animEffect transition="in" filter="dissolve">
                                      <p:cBhvr>
                                        <p:cTn id="164" dur="1000"/>
                                        <p:tgtEl>
                                          <p:spTgt spid="12">
                                            <p:graphicEl>
                                              <a:dgm id="{003E4100-2566-C543-8695-F70ED0C8B034}"/>
                                            </p:graphicEl>
                                          </p:spTgt>
                                        </p:tgtEl>
                                      </p:cBhvr>
                                    </p:animEffect>
                                  </p:childTnLst>
                                </p:cTn>
                              </p:par>
                              <p:par>
                                <p:cTn id="165" presetID="9" presetClass="entr" presetSubtype="0" fill="hold" grpId="0" nodeType="withEffect">
                                  <p:stCondLst>
                                    <p:cond delay="0"/>
                                  </p:stCondLst>
                                  <p:childTnLst>
                                    <p:set>
                                      <p:cBhvr>
                                        <p:cTn id="166" dur="1" fill="hold">
                                          <p:stCondLst>
                                            <p:cond delay="0"/>
                                          </p:stCondLst>
                                        </p:cTn>
                                        <p:tgtEl>
                                          <p:spTgt spid="12">
                                            <p:graphicEl>
                                              <a:dgm id="{EF953B74-D73F-EA4F-BEC7-402B98075E57}"/>
                                            </p:graphicEl>
                                          </p:spTgt>
                                        </p:tgtEl>
                                        <p:attrNameLst>
                                          <p:attrName>style.visibility</p:attrName>
                                        </p:attrNameLst>
                                      </p:cBhvr>
                                      <p:to>
                                        <p:strVal val="visible"/>
                                      </p:to>
                                    </p:set>
                                    <p:animEffect transition="in" filter="dissolve">
                                      <p:cBhvr>
                                        <p:cTn id="167" dur="1000"/>
                                        <p:tgtEl>
                                          <p:spTgt spid="12">
                                            <p:graphicEl>
                                              <a:dgm id="{EF953B74-D73F-EA4F-BEC7-402B98075E57}"/>
                                            </p:graphicEl>
                                          </p:spTgt>
                                        </p:tgtEl>
                                      </p:cBhvr>
                                    </p:animEffect>
                                  </p:childTnLst>
                                </p:cTn>
                              </p:par>
                              <p:par>
                                <p:cTn id="168" presetID="9" presetClass="entr" presetSubtype="0" fill="hold" grpId="0" nodeType="withEffect">
                                  <p:stCondLst>
                                    <p:cond delay="0"/>
                                  </p:stCondLst>
                                  <p:childTnLst>
                                    <p:set>
                                      <p:cBhvr>
                                        <p:cTn id="169" dur="1" fill="hold">
                                          <p:stCondLst>
                                            <p:cond delay="0"/>
                                          </p:stCondLst>
                                        </p:cTn>
                                        <p:tgtEl>
                                          <p:spTgt spid="12">
                                            <p:graphicEl>
                                              <a:dgm id="{493E069C-5C5C-1945-8421-924BCF5BF993}"/>
                                            </p:graphicEl>
                                          </p:spTgt>
                                        </p:tgtEl>
                                        <p:attrNameLst>
                                          <p:attrName>style.visibility</p:attrName>
                                        </p:attrNameLst>
                                      </p:cBhvr>
                                      <p:to>
                                        <p:strVal val="visible"/>
                                      </p:to>
                                    </p:set>
                                    <p:animEffect transition="in" filter="dissolve">
                                      <p:cBhvr>
                                        <p:cTn id="170" dur="1000"/>
                                        <p:tgtEl>
                                          <p:spTgt spid="12">
                                            <p:graphicEl>
                                              <a:dgm id="{493E069C-5C5C-1945-8421-924BCF5BF993}"/>
                                            </p:graphicEl>
                                          </p:spTgt>
                                        </p:tgtEl>
                                      </p:cBhvr>
                                    </p:animEffect>
                                  </p:childTnLst>
                                </p:cTn>
                              </p:par>
                              <p:par>
                                <p:cTn id="171" presetID="9" presetClass="entr" presetSubtype="0" fill="hold" grpId="0" nodeType="withEffect">
                                  <p:stCondLst>
                                    <p:cond delay="0"/>
                                  </p:stCondLst>
                                  <p:childTnLst>
                                    <p:set>
                                      <p:cBhvr>
                                        <p:cTn id="172" dur="1" fill="hold">
                                          <p:stCondLst>
                                            <p:cond delay="0"/>
                                          </p:stCondLst>
                                        </p:cTn>
                                        <p:tgtEl>
                                          <p:spTgt spid="12">
                                            <p:graphicEl>
                                              <a:dgm id="{BFFA47B3-A880-1A40-90A9-793AB1422969}"/>
                                            </p:graphicEl>
                                          </p:spTgt>
                                        </p:tgtEl>
                                        <p:attrNameLst>
                                          <p:attrName>style.visibility</p:attrName>
                                        </p:attrNameLst>
                                      </p:cBhvr>
                                      <p:to>
                                        <p:strVal val="visible"/>
                                      </p:to>
                                    </p:set>
                                    <p:animEffect transition="in" filter="dissolve">
                                      <p:cBhvr>
                                        <p:cTn id="173" dur="1000"/>
                                        <p:tgtEl>
                                          <p:spTgt spid="12">
                                            <p:graphicEl>
                                              <a:dgm id="{BFFA47B3-A880-1A40-90A9-793AB1422969}"/>
                                            </p:graphicEl>
                                          </p:spTgt>
                                        </p:tgtEl>
                                      </p:cBhvr>
                                    </p:animEffect>
                                  </p:childTnLst>
                                </p:cTn>
                              </p:par>
                            </p:childTnLst>
                          </p:cTn>
                        </p:par>
                      </p:childTnLst>
                    </p:cTn>
                  </p:par>
                  <p:par>
                    <p:cTn id="174" fill="hold">
                      <p:stCondLst>
                        <p:cond delay="indefinite"/>
                      </p:stCondLst>
                      <p:childTnLst>
                        <p:par>
                          <p:cTn id="175" fill="hold">
                            <p:stCondLst>
                              <p:cond delay="0"/>
                            </p:stCondLst>
                            <p:childTnLst>
                              <p:par>
                                <p:cTn id="176" presetID="9" presetClass="entr" presetSubtype="0" fill="hold" grpId="0" nodeType="clickEffect">
                                  <p:stCondLst>
                                    <p:cond delay="0"/>
                                  </p:stCondLst>
                                  <p:childTnLst>
                                    <p:set>
                                      <p:cBhvr>
                                        <p:cTn id="177" dur="1" fill="hold">
                                          <p:stCondLst>
                                            <p:cond delay="0"/>
                                          </p:stCondLst>
                                        </p:cTn>
                                        <p:tgtEl>
                                          <p:spTgt spid="12">
                                            <p:graphicEl>
                                              <a:dgm id="{686EFB0C-4C15-8349-AEFB-C8A15361CCB0}"/>
                                            </p:graphicEl>
                                          </p:spTgt>
                                        </p:tgtEl>
                                        <p:attrNameLst>
                                          <p:attrName>style.visibility</p:attrName>
                                        </p:attrNameLst>
                                      </p:cBhvr>
                                      <p:to>
                                        <p:strVal val="visible"/>
                                      </p:to>
                                    </p:set>
                                    <p:animEffect transition="in" filter="dissolve">
                                      <p:cBhvr>
                                        <p:cTn id="178" dur="1000"/>
                                        <p:tgtEl>
                                          <p:spTgt spid="12">
                                            <p:graphicEl>
                                              <a:dgm id="{686EFB0C-4C15-8349-AEFB-C8A15361CCB0}"/>
                                            </p:graphicEl>
                                          </p:spTgt>
                                        </p:tgtEl>
                                      </p:cBhvr>
                                    </p:animEffect>
                                  </p:childTnLst>
                                </p:cTn>
                              </p:par>
                              <p:par>
                                <p:cTn id="179" presetID="9" presetClass="entr" presetSubtype="0" fill="hold" grpId="0" nodeType="withEffect">
                                  <p:stCondLst>
                                    <p:cond delay="0"/>
                                  </p:stCondLst>
                                  <p:childTnLst>
                                    <p:set>
                                      <p:cBhvr>
                                        <p:cTn id="180" dur="1" fill="hold">
                                          <p:stCondLst>
                                            <p:cond delay="0"/>
                                          </p:stCondLst>
                                        </p:cTn>
                                        <p:tgtEl>
                                          <p:spTgt spid="12">
                                            <p:graphicEl>
                                              <a:dgm id="{D777CD76-41ED-FA44-BCF4-817E4FB3FEDE}"/>
                                            </p:graphicEl>
                                          </p:spTgt>
                                        </p:tgtEl>
                                        <p:attrNameLst>
                                          <p:attrName>style.visibility</p:attrName>
                                        </p:attrNameLst>
                                      </p:cBhvr>
                                      <p:to>
                                        <p:strVal val="visible"/>
                                      </p:to>
                                    </p:set>
                                    <p:animEffect transition="in" filter="dissolve">
                                      <p:cBhvr>
                                        <p:cTn id="181" dur="1000"/>
                                        <p:tgtEl>
                                          <p:spTgt spid="12">
                                            <p:graphicEl>
                                              <a:dgm id="{D777CD76-41ED-FA44-BCF4-817E4FB3FEDE}"/>
                                            </p:graphicEl>
                                          </p:spTgt>
                                        </p:tgtEl>
                                      </p:cBhvr>
                                    </p:animEffect>
                                  </p:childTnLst>
                                </p:cTn>
                              </p:par>
                              <p:par>
                                <p:cTn id="182" presetID="9" presetClass="entr" presetSubtype="0" fill="hold" grpId="0" nodeType="withEffect">
                                  <p:stCondLst>
                                    <p:cond delay="0"/>
                                  </p:stCondLst>
                                  <p:childTnLst>
                                    <p:set>
                                      <p:cBhvr>
                                        <p:cTn id="183" dur="1" fill="hold">
                                          <p:stCondLst>
                                            <p:cond delay="0"/>
                                          </p:stCondLst>
                                        </p:cTn>
                                        <p:tgtEl>
                                          <p:spTgt spid="12">
                                            <p:graphicEl>
                                              <a:dgm id="{CD8A1912-062E-A946-932A-D82D02491C1E}"/>
                                            </p:graphicEl>
                                          </p:spTgt>
                                        </p:tgtEl>
                                        <p:attrNameLst>
                                          <p:attrName>style.visibility</p:attrName>
                                        </p:attrNameLst>
                                      </p:cBhvr>
                                      <p:to>
                                        <p:strVal val="visible"/>
                                      </p:to>
                                    </p:set>
                                    <p:animEffect transition="in" filter="dissolve">
                                      <p:cBhvr>
                                        <p:cTn id="184" dur="1000"/>
                                        <p:tgtEl>
                                          <p:spTgt spid="12">
                                            <p:graphicEl>
                                              <a:dgm id="{CD8A1912-062E-A946-932A-D82D02491C1E}"/>
                                            </p:graphicEl>
                                          </p:spTgt>
                                        </p:tgtEl>
                                      </p:cBhvr>
                                    </p:animEffect>
                                  </p:childTnLst>
                                </p:cTn>
                              </p:par>
                              <p:par>
                                <p:cTn id="185" presetID="9" presetClass="entr" presetSubtype="0" fill="hold" grpId="0" nodeType="withEffect">
                                  <p:stCondLst>
                                    <p:cond delay="0"/>
                                  </p:stCondLst>
                                  <p:childTnLst>
                                    <p:set>
                                      <p:cBhvr>
                                        <p:cTn id="186" dur="1" fill="hold">
                                          <p:stCondLst>
                                            <p:cond delay="0"/>
                                          </p:stCondLst>
                                        </p:cTn>
                                        <p:tgtEl>
                                          <p:spTgt spid="12">
                                            <p:graphicEl>
                                              <a:dgm id="{E9EA505A-87F1-AC40-99F2-F33EB3A8750C}"/>
                                            </p:graphicEl>
                                          </p:spTgt>
                                        </p:tgtEl>
                                        <p:attrNameLst>
                                          <p:attrName>style.visibility</p:attrName>
                                        </p:attrNameLst>
                                      </p:cBhvr>
                                      <p:to>
                                        <p:strVal val="visible"/>
                                      </p:to>
                                    </p:set>
                                    <p:animEffect transition="in" filter="dissolve">
                                      <p:cBhvr>
                                        <p:cTn id="187" dur="1000"/>
                                        <p:tgtEl>
                                          <p:spTgt spid="12">
                                            <p:graphicEl>
                                              <a:dgm id="{E9EA505A-87F1-AC40-99F2-F33EB3A8750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Sub>
          <a:bldDgm bld="lvlAtOnc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B934C-FD17-B844-AF50-8966EB1D512A}"/>
              </a:ext>
            </a:extLst>
          </p:cNvPr>
          <p:cNvSpPr>
            <a:spLocks noGrp="1"/>
          </p:cNvSpPr>
          <p:nvPr>
            <p:ph type="title"/>
          </p:nvPr>
        </p:nvSpPr>
        <p:spPr/>
        <p:txBody>
          <a:bodyPr/>
          <a:lstStyle/>
          <a:p>
            <a:r>
              <a:rPr lang="en-US" dirty="0"/>
              <a:t>Photoautotrophs</a:t>
            </a:r>
          </a:p>
        </p:txBody>
      </p:sp>
      <p:graphicFrame>
        <p:nvGraphicFramePr>
          <p:cNvPr id="12" name="Diagram 11">
            <a:extLst>
              <a:ext uri="{FF2B5EF4-FFF2-40B4-BE49-F238E27FC236}">
                <a16:creationId xmlns:a16="http://schemas.microsoft.com/office/drawing/2014/main" id="{C97108E4-49D3-DB44-B8FB-0F8855D07C4D}"/>
              </a:ext>
            </a:extLst>
          </p:cNvPr>
          <p:cNvGraphicFramePr/>
          <p:nvPr>
            <p:extLst>
              <p:ext uri="{D42A27DB-BD31-4B8C-83A1-F6EECF244321}">
                <p14:modId xmlns:p14="http://schemas.microsoft.com/office/powerpoint/2010/main" val="3777052082"/>
              </p:ext>
            </p:extLst>
          </p:nvPr>
        </p:nvGraphicFramePr>
        <p:xfrm>
          <a:off x="216464" y="1184486"/>
          <a:ext cx="11277600" cy="49468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122" name="Picture 2" descr="Photoautotroph - Definition, Function and Types | Biology Dictionary">
            <a:extLst>
              <a:ext uri="{FF2B5EF4-FFF2-40B4-BE49-F238E27FC236}">
                <a16:creationId xmlns:a16="http://schemas.microsoft.com/office/drawing/2014/main" id="{BF32B700-AFCC-7347-A929-24C4BF92C29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86244" y="365125"/>
            <a:ext cx="3497010" cy="2039922"/>
          </a:xfrm>
          <a:prstGeom prst="rect">
            <a:avLst/>
          </a:prstGeom>
          <a:noFill/>
          <a:extLst>
            <a:ext uri="{909E8E84-426E-40DD-AFC4-6F175D3DCCD1}">
              <a14:hiddenFill xmlns:a14="http://schemas.microsoft.com/office/drawing/2010/main">
                <a:solidFill>
                  <a:srgbClr val="FFFFFF"/>
                </a:solidFill>
              </a14:hiddenFill>
            </a:ext>
          </a:extLst>
        </p:spPr>
      </p:pic>
      <p:sp>
        <p:nvSpPr>
          <p:cNvPr id="13" name="Parallelogram 12">
            <a:extLst>
              <a:ext uri="{FF2B5EF4-FFF2-40B4-BE49-F238E27FC236}">
                <a16:creationId xmlns:a16="http://schemas.microsoft.com/office/drawing/2014/main" id="{295810CE-A189-5F45-9A11-C56170496096}"/>
              </a:ext>
            </a:extLst>
          </p:cNvPr>
          <p:cNvSpPr/>
          <p:nvPr/>
        </p:nvSpPr>
        <p:spPr>
          <a:xfrm>
            <a:off x="764628" y="6176966"/>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Importance?</a:t>
            </a:r>
          </a:p>
        </p:txBody>
      </p:sp>
      <p:sp>
        <p:nvSpPr>
          <p:cNvPr id="14" name="Parallelogram 13">
            <a:extLst>
              <a:ext uri="{FF2B5EF4-FFF2-40B4-BE49-F238E27FC236}">
                <a16:creationId xmlns:a16="http://schemas.microsoft.com/office/drawing/2014/main" id="{13E019C0-94BF-3843-9E37-6C5A79B83829}"/>
              </a:ext>
            </a:extLst>
          </p:cNvPr>
          <p:cNvSpPr/>
          <p:nvPr/>
        </p:nvSpPr>
        <p:spPr>
          <a:xfrm>
            <a:off x="2088931" y="6176965"/>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The Carbon Cycle</a:t>
            </a:r>
          </a:p>
        </p:txBody>
      </p:sp>
      <p:sp>
        <p:nvSpPr>
          <p:cNvPr id="15" name="Parallelogram 14">
            <a:extLst>
              <a:ext uri="{FF2B5EF4-FFF2-40B4-BE49-F238E27FC236}">
                <a16:creationId xmlns:a16="http://schemas.microsoft.com/office/drawing/2014/main" id="{BB839D6F-A0CE-CA44-B9CF-2BAA8B7E576C}"/>
              </a:ext>
            </a:extLst>
          </p:cNvPr>
          <p:cNvSpPr/>
          <p:nvPr/>
        </p:nvSpPr>
        <p:spPr>
          <a:xfrm>
            <a:off x="3413234"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Carbon Fixation </a:t>
            </a:r>
          </a:p>
        </p:txBody>
      </p:sp>
      <p:sp>
        <p:nvSpPr>
          <p:cNvPr id="16" name="Parallelogram 15">
            <a:extLst>
              <a:ext uri="{FF2B5EF4-FFF2-40B4-BE49-F238E27FC236}">
                <a16:creationId xmlns:a16="http://schemas.microsoft.com/office/drawing/2014/main" id="{9785A567-C9D7-3B45-A4A5-BA8DE8F40A3F}"/>
              </a:ext>
            </a:extLst>
          </p:cNvPr>
          <p:cNvSpPr/>
          <p:nvPr/>
        </p:nvSpPr>
        <p:spPr>
          <a:xfrm>
            <a:off x="4737537"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Redox</a:t>
            </a:r>
          </a:p>
        </p:txBody>
      </p:sp>
      <p:sp>
        <p:nvSpPr>
          <p:cNvPr id="17" name="Parallelogram 16">
            <a:extLst>
              <a:ext uri="{FF2B5EF4-FFF2-40B4-BE49-F238E27FC236}">
                <a16:creationId xmlns:a16="http://schemas.microsoft.com/office/drawing/2014/main" id="{C434A953-D030-A345-906B-99CE82CCA699}"/>
              </a:ext>
            </a:extLst>
          </p:cNvPr>
          <p:cNvSpPr/>
          <p:nvPr/>
        </p:nvSpPr>
        <p:spPr>
          <a:xfrm>
            <a:off x="6061840"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Chemoautotrophs</a:t>
            </a:r>
          </a:p>
        </p:txBody>
      </p:sp>
      <p:sp>
        <p:nvSpPr>
          <p:cNvPr id="18" name="Parallelogram 17">
            <a:extLst>
              <a:ext uri="{FF2B5EF4-FFF2-40B4-BE49-F238E27FC236}">
                <a16:creationId xmlns:a16="http://schemas.microsoft.com/office/drawing/2014/main" id="{76E2108E-3624-F24F-80C3-02EB1F5F3A13}"/>
              </a:ext>
            </a:extLst>
          </p:cNvPr>
          <p:cNvSpPr/>
          <p:nvPr/>
        </p:nvSpPr>
        <p:spPr>
          <a:xfrm>
            <a:off x="7386143" y="6176963"/>
            <a:ext cx="1379483" cy="200189"/>
          </a:xfrm>
          <a:prstGeom prst="parallelogram">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Photoautotrophs</a:t>
            </a:r>
          </a:p>
        </p:txBody>
      </p:sp>
      <p:sp>
        <p:nvSpPr>
          <p:cNvPr id="19" name="Parallelogram 18">
            <a:extLst>
              <a:ext uri="{FF2B5EF4-FFF2-40B4-BE49-F238E27FC236}">
                <a16:creationId xmlns:a16="http://schemas.microsoft.com/office/drawing/2014/main" id="{9182AB0E-2966-0544-B9BE-AF5A3BCCFEBF}"/>
              </a:ext>
            </a:extLst>
          </p:cNvPr>
          <p:cNvSpPr/>
          <p:nvPr/>
        </p:nvSpPr>
        <p:spPr>
          <a:xfrm>
            <a:off x="8710446"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NPP</a:t>
            </a:r>
          </a:p>
        </p:txBody>
      </p:sp>
      <p:sp>
        <p:nvSpPr>
          <p:cNvPr id="20" name="Parallelogram 19">
            <a:extLst>
              <a:ext uri="{FF2B5EF4-FFF2-40B4-BE49-F238E27FC236}">
                <a16:creationId xmlns:a16="http://schemas.microsoft.com/office/drawing/2014/main" id="{530958BA-FC85-4949-A856-006EDA5A9617}"/>
              </a:ext>
            </a:extLst>
          </p:cNvPr>
          <p:cNvSpPr/>
          <p:nvPr/>
        </p:nvSpPr>
        <p:spPr>
          <a:xfrm>
            <a:off x="10034749"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Summary</a:t>
            </a:r>
          </a:p>
        </p:txBody>
      </p:sp>
    </p:spTree>
    <p:extLst>
      <p:ext uri="{BB962C8B-B14F-4D97-AF65-F5344CB8AC3E}">
        <p14:creationId xmlns:p14="http://schemas.microsoft.com/office/powerpoint/2010/main" val="1846816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graphicEl>
                                              <a:dgm id="{EB98ADEA-669B-6C46-9860-C87692DDD31F}"/>
                                            </p:graphicEl>
                                          </p:spTgt>
                                        </p:tgtEl>
                                        <p:attrNameLst>
                                          <p:attrName>style.visibility</p:attrName>
                                        </p:attrNameLst>
                                      </p:cBhvr>
                                      <p:to>
                                        <p:strVal val="visible"/>
                                      </p:to>
                                    </p:set>
                                    <p:animEffect transition="in" filter="dissolve">
                                      <p:cBhvr>
                                        <p:cTn id="7" dur="1000"/>
                                        <p:tgtEl>
                                          <p:spTgt spid="12">
                                            <p:graphicEl>
                                              <a:dgm id="{EB98ADEA-669B-6C46-9860-C87692DDD31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
                                            <p:graphicEl>
                                              <a:dgm id="{4A3A5AE0-9BD4-8145-8EC7-FBB33CD8F717}"/>
                                            </p:graphicEl>
                                          </p:spTgt>
                                        </p:tgtEl>
                                        <p:attrNameLst>
                                          <p:attrName>style.visibility</p:attrName>
                                        </p:attrNameLst>
                                      </p:cBhvr>
                                      <p:to>
                                        <p:strVal val="visible"/>
                                      </p:to>
                                    </p:set>
                                    <p:animEffect transition="in" filter="dissolve">
                                      <p:cBhvr>
                                        <p:cTn id="12" dur="1000"/>
                                        <p:tgtEl>
                                          <p:spTgt spid="12">
                                            <p:graphicEl>
                                              <a:dgm id="{4A3A5AE0-9BD4-8145-8EC7-FBB33CD8F717}"/>
                                            </p:graphic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2">
                                            <p:graphicEl>
                                              <a:dgm id="{30051186-F022-804C-843B-F6C252C109EB}"/>
                                            </p:graphicEl>
                                          </p:spTgt>
                                        </p:tgtEl>
                                        <p:attrNameLst>
                                          <p:attrName>style.visibility</p:attrName>
                                        </p:attrNameLst>
                                      </p:cBhvr>
                                      <p:to>
                                        <p:strVal val="visible"/>
                                      </p:to>
                                    </p:set>
                                    <p:animEffect transition="in" filter="dissolve">
                                      <p:cBhvr>
                                        <p:cTn id="15" dur="1000"/>
                                        <p:tgtEl>
                                          <p:spTgt spid="12">
                                            <p:graphicEl>
                                              <a:dgm id="{30051186-F022-804C-843B-F6C252C109EB}"/>
                                            </p:graphic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2">
                                            <p:graphicEl>
                                              <a:dgm id="{0BE49338-4E31-7841-A977-2966EB3FE35D}"/>
                                            </p:graphicEl>
                                          </p:spTgt>
                                        </p:tgtEl>
                                        <p:attrNameLst>
                                          <p:attrName>style.visibility</p:attrName>
                                        </p:attrNameLst>
                                      </p:cBhvr>
                                      <p:to>
                                        <p:strVal val="visible"/>
                                      </p:to>
                                    </p:set>
                                    <p:animEffect transition="in" filter="dissolve">
                                      <p:cBhvr>
                                        <p:cTn id="18" dur="1000"/>
                                        <p:tgtEl>
                                          <p:spTgt spid="12">
                                            <p:graphicEl>
                                              <a:dgm id="{0BE49338-4E31-7841-A977-2966EB3FE35D}"/>
                                            </p:graphic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2">
                                            <p:graphicEl>
                                              <a:dgm id="{48497C4A-B4EC-3F41-A47A-31E293546422}"/>
                                            </p:graphicEl>
                                          </p:spTgt>
                                        </p:tgtEl>
                                        <p:attrNameLst>
                                          <p:attrName>style.visibility</p:attrName>
                                        </p:attrNameLst>
                                      </p:cBhvr>
                                      <p:to>
                                        <p:strVal val="visible"/>
                                      </p:to>
                                    </p:set>
                                    <p:animEffect transition="in" filter="dissolve">
                                      <p:cBhvr>
                                        <p:cTn id="21" dur="1000"/>
                                        <p:tgtEl>
                                          <p:spTgt spid="12">
                                            <p:graphicEl>
                                              <a:dgm id="{48497C4A-B4EC-3F41-A47A-31E293546422}"/>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2">
                                            <p:graphicEl>
                                              <a:dgm id="{0FAF39CB-AD0F-D046-9395-FF46CF8F863D}"/>
                                            </p:graphicEl>
                                          </p:spTgt>
                                        </p:tgtEl>
                                        <p:attrNameLst>
                                          <p:attrName>style.visibility</p:attrName>
                                        </p:attrNameLst>
                                      </p:cBhvr>
                                      <p:to>
                                        <p:strVal val="visible"/>
                                      </p:to>
                                    </p:set>
                                    <p:animEffect transition="in" filter="dissolve">
                                      <p:cBhvr>
                                        <p:cTn id="26" dur="1000"/>
                                        <p:tgtEl>
                                          <p:spTgt spid="12">
                                            <p:graphicEl>
                                              <a:dgm id="{0FAF39CB-AD0F-D046-9395-FF46CF8F863D}"/>
                                            </p:graphic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2">
                                            <p:graphicEl>
                                              <a:dgm id="{2CF0B46E-944B-814C-9E01-FA1C88E6127C}"/>
                                            </p:graphicEl>
                                          </p:spTgt>
                                        </p:tgtEl>
                                        <p:attrNameLst>
                                          <p:attrName>style.visibility</p:attrName>
                                        </p:attrNameLst>
                                      </p:cBhvr>
                                      <p:to>
                                        <p:strVal val="visible"/>
                                      </p:to>
                                    </p:set>
                                    <p:animEffect transition="in" filter="dissolve">
                                      <p:cBhvr>
                                        <p:cTn id="29" dur="1000"/>
                                        <p:tgtEl>
                                          <p:spTgt spid="12">
                                            <p:graphicEl>
                                              <a:dgm id="{2CF0B46E-944B-814C-9E01-FA1C88E6127C}"/>
                                            </p:graphicEl>
                                          </p:spTgt>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12">
                                            <p:graphicEl>
                                              <a:dgm id="{6F7C17BA-274C-B847-A4FE-6D37E1E977EC}"/>
                                            </p:graphicEl>
                                          </p:spTgt>
                                        </p:tgtEl>
                                        <p:attrNameLst>
                                          <p:attrName>style.visibility</p:attrName>
                                        </p:attrNameLst>
                                      </p:cBhvr>
                                      <p:to>
                                        <p:strVal val="visible"/>
                                      </p:to>
                                    </p:set>
                                    <p:animEffect transition="in" filter="dissolve">
                                      <p:cBhvr>
                                        <p:cTn id="32" dur="1000"/>
                                        <p:tgtEl>
                                          <p:spTgt spid="12">
                                            <p:graphicEl>
                                              <a:dgm id="{6F7C17BA-274C-B847-A4FE-6D37E1E977EC}"/>
                                            </p:graphicEl>
                                          </p:spTgt>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2">
                                            <p:graphicEl>
                                              <a:dgm id="{0F143A57-0A14-3547-A346-8DBC4163ADC4}"/>
                                            </p:graphicEl>
                                          </p:spTgt>
                                        </p:tgtEl>
                                        <p:attrNameLst>
                                          <p:attrName>style.visibility</p:attrName>
                                        </p:attrNameLst>
                                      </p:cBhvr>
                                      <p:to>
                                        <p:strVal val="visible"/>
                                      </p:to>
                                    </p:set>
                                    <p:animEffect transition="in" filter="dissolve">
                                      <p:cBhvr>
                                        <p:cTn id="35" dur="1000"/>
                                        <p:tgtEl>
                                          <p:spTgt spid="12">
                                            <p:graphicEl>
                                              <a:dgm id="{0F143A57-0A14-3547-A346-8DBC4163ADC4}"/>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2">
                                            <p:graphicEl>
                                              <a:dgm id="{A61A9CE2-B153-4F4E-B872-B31591E7B50E}"/>
                                            </p:graphicEl>
                                          </p:spTgt>
                                        </p:tgtEl>
                                        <p:attrNameLst>
                                          <p:attrName>style.visibility</p:attrName>
                                        </p:attrNameLst>
                                      </p:cBhvr>
                                      <p:to>
                                        <p:strVal val="visible"/>
                                      </p:to>
                                    </p:set>
                                    <p:animEffect transition="in" filter="dissolve">
                                      <p:cBhvr>
                                        <p:cTn id="40" dur="1000"/>
                                        <p:tgtEl>
                                          <p:spTgt spid="12">
                                            <p:graphicEl>
                                              <a:dgm id="{A61A9CE2-B153-4F4E-B872-B31591E7B50E}"/>
                                            </p:graphicEl>
                                          </p:spTgt>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2">
                                            <p:graphicEl>
                                              <a:dgm id="{BB37A471-E8BC-5B4E-AB90-900620D8C92C}"/>
                                            </p:graphicEl>
                                          </p:spTgt>
                                        </p:tgtEl>
                                        <p:attrNameLst>
                                          <p:attrName>style.visibility</p:attrName>
                                        </p:attrNameLst>
                                      </p:cBhvr>
                                      <p:to>
                                        <p:strVal val="visible"/>
                                      </p:to>
                                    </p:set>
                                    <p:animEffect transition="in" filter="dissolve">
                                      <p:cBhvr>
                                        <p:cTn id="43" dur="1000"/>
                                        <p:tgtEl>
                                          <p:spTgt spid="12">
                                            <p:graphicEl>
                                              <a:dgm id="{BB37A471-E8BC-5B4E-AB90-900620D8C92C}"/>
                                            </p:graphicEl>
                                          </p:spTgt>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2">
                                            <p:graphicEl>
                                              <a:dgm id="{64DB311A-4A1F-3A47-8952-B8E944014770}"/>
                                            </p:graphicEl>
                                          </p:spTgt>
                                        </p:tgtEl>
                                        <p:attrNameLst>
                                          <p:attrName>style.visibility</p:attrName>
                                        </p:attrNameLst>
                                      </p:cBhvr>
                                      <p:to>
                                        <p:strVal val="visible"/>
                                      </p:to>
                                    </p:set>
                                    <p:animEffect transition="in" filter="dissolve">
                                      <p:cBhvr>
                                        <p:cTn id="46" dur="1000"/>
                                        <p:tgtEl>
                                          <p:spTgt spid="12">
                                            <p:graphicEl>
                                              <a:dgm id="{64DB311A-4A1F-3A47-8952-B8E944014770}"/>
                                            </p:graphicEl>
                                          </p:spTgt>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2">
                                            <p:graphicEl>
                                              <a:dgm id="{C9E9F3CC-11F9-DB4B-B922-E71A4B297212}"/>
                                            </p:graphicEl>
                                          </p:spTgt>
                                        </p:tgtEl>
                                        <p:attrNameLst>
                                          <p:attrName>style.visibility</p:attrName>
                                        </p:attrNameLst>
                                      </p:cBhvr>
                                      <p:to>
                                        <p:strVal val="visible"/>
                                      </p:to>
                                    </p:set>
                                    <p:animEffect transition="in" filter="dissolve">
                                      <p:cBhvr>
                                        <p:cTn id="49" dur="1000"/>
                                        <p:tgtEl>
                                          <p:spTgt spid="12">
                                            <p:graphicEl>
                                              <a:dgm id="{C9E9F3CC-11F9-DB4B-B922-E71A4B297212}"/>
                                            </p:graphicEl>
                                          </p:spTgt>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12">
                                            <p:graphicEl>
                                              <a:dgm id="{DF784482-89F8-6641-8A6B-C155D68403A1}"/>
                                            </p:graphicEl>
                                          </p:spTgt>
                                        </p:tgtEl>
                                        <p:attrNameLst>
                                          <p:attrName>style.visibility</p:attrName>
                                        </p:attrNameLst>
                                      </p:cBhvr>
                                      <p:to>
                                        <p:strVal val="visible"/>
                                      </p:to>
                                    </p:set>
                                    <p:animEffect transition="in" filter="dissolve">
                                      <p:cBhvr>
                                        <p:cTn id="54" dur="1000"/>
                                        <p:tgtEl>
                                          <p:spTgt spid="12">
                                            <p:graphicEl>
                                              <a:dgm id="{DF784482-89F8-6641-8A6B-C155D68403A1}"/>
                                            </p:graphicEl>
                                          </p:spTgt>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12">
                                            <p:graphicEl>
                                              <a:dgm id="{DE6C9F4C-C6CB-0D4C-94E4-B1FE7F0DA9AD}"/>
                                            </p:graphicEl>
                                          </p:spTgt>
                                        </p:tgtEl>
                                        <p:attrNameLst>
                                          <p:attrName>style.visibility</p:attrName>
                                        </p:attrNameLst>
                                      </p:cBhvr>
                                      <p:to>
                                        <p:strVal val="visible"/>
                                      </p:to>
                                    </p:set>
                                    <p:animEffect transition="in" filter="dissolve">
                                      <p:cBhvr>
                                        <p:cTn id="57" dur="1000"/>
                                        <p:tgtEl>
                                          <p:spTgt spid="12">
                                            <p:graphicEl>
                                              <a:dgm id="{DE6C9F4C-C6CB-0D4C-94E4-B1FE7F0DA9AD}"/>
                                            </p:graphicEl>
                                          </p:spTgt>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12">
                                            <p:graphicEl>
                                              <a:dgm id="{FD0D9FDB-ABBC-BC4E-85F2-0C047BABA496}"/>
                                            </p:graphicEl>
                                          </p:spTgt>
                                        </p:tgtEl>
                                        <p:attrNameLst>
                                          <p:attrName>style.visibility</p:attrName>
                                        </p:attrNameLst>
                                      </p:cBhvr>
                                      <p:to>
                                        <p:strVal val="visible"/>
                                      </p:to>
                                    </p:set>
                                    <p:animEffect transition="in" filter="dissolve">
                                      <p:cBhvr>
                                        <p:cTn id="60" dur="1000"/>
                                        <p:tgtEl>
                                          <p:spTgt spid="12">
                                            <p:graphicEl>
                                              <a:dgm id="{FD0D9FDB-ABBC-BC4E-85F2-0C047BABA496}"/>
                                            </p:graphicEl>
                                          </p:spTgt>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12">
                                            <p:graphicEl>
                                              <a:dgm id="{9EF9B02D-DF4F-FE4B-A317-D93D4581F5DD}"/>
                                            </p:graphicEl>
                                          </p:spTgt>
                                        </p:tgtEl>
                                        <p:attrNameLst>
                                          <p:attrName>style.visibility</p:attrName>
                                        </p:attrNameLst>
                                      </p:cBhvr>
                                      <p:to>
                                        <p:strVal val="visible"/>
                                      </p:to>
                                    </p:set>
                                    <p:animEffect transition="in" filter="dissolve">
                                      <p:cBhvr>
                                        <p:cTn id="63" dur="1000"/>
                                        <p:tgtEl>
                                          <p:spTgt spid="12">
                                            <p:graphicEl>
                                              <a:dgm id="{9EF9B02D-DF4F-FE4B-A317-D93D4581F5DD}"/>
                                            </p:graphicEl>
                                          </p:spTgt>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12">
                                            <p:graphicEl>
                                              <a:dgm id="{FACDF4A6-593E-EB41-ABD4-65D70C55C1A4}"/>
                                            </p:graphicEl>
                                          </p:spTgt>
                                        </p:tgtEl>
                                        <p:attrNameLst>
                                          <p:attrName>style.visibility</p:attrName>
                                        </p:attrNameLst>
                                      </p:cBhvr>
                                      <p:to>
                                        <p:strVal val="visible"/>
                                      </p:to>
                                    </p:set>
                                    <p:animEffect transition="in" filter="dissolve">
                                      <p:cBhvr>
                                        <p:cTn id="66" dur="1000"/>
                                        <p:tgtEl>
                                          <p:spTgt spid="12">
                                            <p:graphicEl>
                                              <a:dgm id="{FACDF4A6-593E-EB41-ABD4-65D70C55C1A4}"/>
                                            </p:graphicEl>
                                          </p:spTgt>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12">
                                            <p:graphicEl>
                                              <a:dgm id="{FA16607D-1B81-9A48-B667-DA01C8E4BD74}"/>
                                            </p:graphicEl>
                                          </p:spTgt>
                                        </p:tgtEl>
                                        <p:attrNameLst>
                                          <p:attrName>style.visibility</p:attrName>
                                        </p:attrNameLst>
                                      </p:cBhvr>
                                      <p:to>
                                        <p:strVal val="visible"/>
                                      </p:to>
                                    </p:set>
                                    <p:animEffect transition="in" filter="dissolve">
                                      <p:cBhvr>
                                        <p:cTn id="69" dur="1000"/>
                                        <p:tgtEl>
                                          <p:spTgt spid="12">
                                            <p:graphicEl>
                                              <a:dgm id="{FA16607D-1B81-9A48-B667-DA01C8E4BD74}"/>
                                            </p:graphicEl>
                                          </p:spTgt>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12">
                                            <p:graphicEl>
                                              <a:dgm id="{1AF8D188-820C-DF45-BAED-301DB32A9913}"/>
                                            </p:graphicEl>
                                          </p:spTgt>
                                        </p:tgtEl>
                                        <p:attrNameLst>
                                          <p:attrName>style.visibility</p:attrName>
                                        </p:attrNameLst>
                                      </p:cBhvr>
                                      <p:to>
                                        <p:strVal val="visible"/>
                                      </p:to>
                                    </p:set>
                                    <p:animEffect transition="in" filter="dissolve">
                                      <p:cBhvr>
                                        <p:cTn id="72" dur="1000"/>
                                        <p:tgtEl>
                                          <p:spTgt spid="12">
                                            <p:graphicEl>
                                              <a:dgm id="{1AF8D188-820C-DF45-BAED-301DB32A9913}"/>
                                            </p:graphicEl>
                                          </p:spTgt>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12">
                                            <p:graphicEl>
                                              <a:dgm id="{0A71A78D-E909-BF41-8219-838C2C89FCC2}"/>
                                            </p:graphicEl>
                                          </p:spTgt>
                                        </p:tgtEl>
                                        <p:attrNameLst>
                                          <p:attrName>style.visibility</p:attrName>
                                        </p:attrNameLst>
                                      </p:cBhvr>
                                      <p:to>
                                        <p:strVal val="visible"/>
                                      </p:to>
                                    </p:set>
                                    <p:animEffect transition="in" filter="dissolve">
                                      <p:cBhvr>
                                        <p:cTn id="75" dur="1000"/>
                                        <p:tgtEl>
                                          <p:spTgt spid="12">
                                            <p:graphicEl>
                                              <a:dgm id="{0A71A78D-E909-BF41-8219-838C2C89FCC2}"/>
                                            </p:graphicEl>
                                          </p:spTgt>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12">
                                            <p:graphicEl>
                                              <a:dgm id="{E4E90E3E-2731-F042-9D37-DB9F9BCE6BC5}"/>
                                            </p:graphicEl>
                                          </p:spTgt>
                                        </p:tgtEl>
                                        <p:attrNameLst>
                                          <p:attrName>style.visibility</p:attrName>
                                        </p:attrNameLst>
                                      </p:cBhvr>
                                      <p:to>
                                        <p:strVal val="visible"/>
                                      </p:to>
                                    </p:set>
                                    <p:animEffect transition="in" filter="dissolve">
                                      <p:cBhvr>
                                        <p:cTn id="80" dur="1000"/>
                                        <p:tgtEl>
                                          <p:spTgt spid="12">
                                            <p:graphicEl>
                                              <a:dgm id="{E4E90E3E-2731-F042-9D37-DB9F9BCE6BC5}"/>
                                            </p:graphicEl>
                                          </p:spTgt>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12">
                                            <p:graphicEl>
                                              <a:dgm id="{2ACFABD4-55C1-4D48-9483-72FE8BF75A07}"/>
                                            </p:graphicEl>
                                          </p:spTgt>
                                        </p:tgtEl>
                                        <p:attrNameLst>
                                          <p:attrName>style.visibility</p:attrName>
                                        </p:attrNameLst>
                                      </p:cBhvr>
                                      <p:to>
                                        <p:strVal val="visible"/>
                                      </p:to>
                                    </p:set>
                                    <p:animEffect transition="in" filter="dissolve">
                                      <p:cBhvr>
                                        <p:cTn id="83" dur="1000"/>
                                        <p:tgtEl>
                                          <p:spTgt spid="12">
                                            <p:graphicEl>
                                              <a:dgm id="{2ACFABD4-55C1-4D48-9483-72FE8BF75A07}"/>
                                            </p:graphicEl>
                                          </p:spTgt>
                                        </p:tgtEl>
                                      </p:cBhvr>
                                    </p:animEffect>
                                  </p:childTnLst>
                                </p:cTn>
                              </p:par>
                              <p:par>
                                <p:cTn id="84" presetID="9" presetClass="entr" presetSubtype="0" fill="hold" grpId="0" nodeType="withEffect">
                                  <p:stCondLst>
                                    <p:cond delay="0"/>
                                  </p:stCondLst>
                                  <p:childTnLst>
                                    <p:set>
                                      <p:cBhvr>
                                        <p:cTn id="85" dur="1" fill="hold">
                                          <p:stCondLst>
                                            <p:cond delay="0"/>
                                          </p:stCondLst>
                                        </p:cTn>
                                        <p:tgtEl>
                                          <p:spTgt spid="12">
                                            <p:graphicEl>
                                              <a:dgm id="{B107A14B-4BDC-424C-B93A-32A74608922E}"/>
                                            </p:graphicEl>
                                          </p:spTgt>
                                        </p:tgtEl>
                                        <p:attrNameLst>
                                          <p:attrName>style.visibility</p:attrName>
                                        </p:attrNameLst>
                                      </p:cBhvr>
                                      <p:to>
                                        <p:strVal val="visible"/>
                                      </p:to>
                                    </p:set>
                                    <p:animEffect transition="in" filter="dissolve">
                                      <p:cBhvr>
                                        <p:cTn id="86" dur="1000"/>
                                        <p:tgtEl>
                                          <p:spTgt spid="12">
                                            <p:graphicEl>
                                              <a:dgm id="{B107A14B-4BDC-424C-B93A-32A74608922E}"/>
                                            </p:graphicEl>
                                          </p:spTgt>
                                        </p:tgtEl>
                                      </p:cBhvr>
                                    </p:animEffect>
                                  </p:childTnLst>
                                </p:cTn>
                              </p:par>
                              <p:par>
                                <p:cTn id="87" presetID="9" presetClass="entr" presetSubtype="0" fill="hold" grpId="0" nodeType="withEffect">
                                  <p:stCondLst>
                                    <p:cond delay="0"/>
                                  </p:stCondLst>
                                  <p:childTnLst>
                                    <p:set>
                                      <p:cBhvr>
                                        <p:cTn id="88" dur="1" fill="hold">
                                          <p:stCondLst>
                                            <p:cond delay="0"/>
                                          </p:stCondLst>
                                        </p:cTn>
                                        <p:tgtEl>
                                          <p:spTgt spid="12">
                                            <p:graphicEl>
                                              <a:dgm id="{D55E269D-B4C0-3F45-A93B-177535A1B8C1}"/>
                                            </p:graphicEl>
                                          </p:spTgt>
                                        </p:tgtEl>
                                        <p:attrNameLst>
                                          <p:attrName>style.visibility</p:attrName>
                                        </p:attrNameLst>
                                      </p:cBhvr>
                                      <p:to>
                                        <p:strVal val="visible"/>
                                      </p:to>
                                    </p:set>
                                    <p:animEffect transition="in" filter="dissolve">
                                      <p:cBhvr>
                                        <p:cTn id="89" dur="1000"/>
                                        <p:tgtEl>
                                          <p:spTgt spid="12">
                                            <p:graphicEl>
                                              <a:dgm id="{D55E269D-B4C0-3F45-A93B-177535A1B8C1}"/>
                                            </p:graphicEl>
                                          </p:spTgt>
                                        </p:tgtEl>
                                      </p:cBhvr>
                                    </p:animEffect>
                                  </p:childTnLst>
                                </p:cTn>
                              </p:par>
                              <p:par>
                                <p:cTn id="90" presetID="9" presetClass="entr" presetSubtype="0" fill="hold" grpId="0" nodeType="withEffect">
                                  <p:stCondLst>
                                    <p:cond delay="0"/>
                                  </p:stCondLst>
                                  <p:childTnLst>
                                    <p:set>
                                      <p:cBhvr>
                                        <p:cTn id="91" dur="1" fill="hold">
                                          <p:stCondLst>
                                            <p:cond delay="0"/>
                                          </p:stCondLst>
                                        </p:cTn>
                                        <p:tgtEl>
                                          <p:spTgt spid="12">
                                            <p:graphicEl>
                                              <a:dgm id="{46B63B86-DFF5-994C-AA45-21E019DDB9A3}"/>
                                            </p:graphicEl>
                                          </p:spTgt>
                                        </p:tgtEl>
                                        <p:attrNameLst>
                                          <p:attrName>style.visibility</p:attrName>
                                        </p:attrNameLst>
                                      </p:cBhvr>
                                      <p:to>
                                        <p:strVal val="visible"/>
                                      </p:to>
                                    </p:set>
                                    <p:animEffect transition="in" filter="dissolve">
                                      <p:cBhvr>
                                        <p:cTn id="92" dur="1000"/>
                                        <p:tgtEl>
                                          <p:spTgt spid="12">
                                            <p:graphicEl>
                                              <a:dgm id="{46B63B86-DFF5-994C-AA45-21E019DDB9A3}"/>
                                            </p:graphicEl>
                                          </p:spTgt>
                                        </p:tgtEl>
                                      </p:cBhvr>
                                    </p:animEffect>
                                  </p:childTnLst>
                                </p:cTn>
                              </p:par>
                              <p:par>
                                <p:cTn id="93" presetID="9" presetClass="entr" presetSubtype="0" fill="hold" grpId="0" nodeType="withEffect">
                                  <p:stCondLst>
                                    <p:cond delay="0"/>
                                  </p:stCondLst>
                                  <p:childTnLst>
                                    <p:set>
                                      <p:cBhvr>
                                        <p:cTn id="94" dur="1" fill="hold">
                                          <p:stCondLst>
                                            <p:cond delay="0"/>
                                          </p:stCondLst>
                                        </p:cTn>
                                        <p:tgtEl>
                                          <p:spTgt spid="12">
                                            <p:graphicEl>
                                              <a:dgm id="{4E814A77-EAB9-A847-92F8-CFFC55E43EE7}"/>
                                            </p:graphicEl>
                                          </p:spTgt>
                                        </p:tgtEl>
                                        <p:attrNameLst>
                                          <p:attrName>style.visibility</p:attrName>
                                        </p:attrNameLst>
                                      </p:cBhvr>
                                      <p:to>
                                        <p:strVal val="visible"/>
                                      </p:to>
                                    </p:set>
                                    <p:animEffect transition="in" filter="dissolve">
                                      <p:cBhvr>
                                        <p:cTn id="95" dur="1000"/>
                                        <p:tgtEl>
                                          <p:spTgt spid="12">
                                            <p:graphicEl>
                                              <a:dgm id="{4E814A77-EAB9-A847-92F8-CFFC55E43EE7}"/>
                                            </p:graphicEl>
                                          </p:spTgt>
                                        </p:tgtEl>
                                      </p:cBhvr>
                                    </p:animEffect>
                                  </p:childTnLst>
                                </p:cTn>
                              </p:par>
                              <p:par>
                                <p:cTn id="96" presetID="9" presetClass="entr" presetSubtype="0" fill="hold" grpId="0" nodeType="withEffect">
                                  <p:stCondLst>
                                    <p:cond delay="0"/>
                                  </p:stCondLst>
                                  <p:childTnLst>
                                    <p:set>
                                      <p:cBhvr>
                                        <p:cTn id="97" dur="1" fill="hold">
                                          <p:stCondLst>
                                            <p:cond delay="0"/>
                                          </p:stCondLst>
                                        </p:cTn>
                                        <p:tgtEl>
                                          <p:spTgt spid="12">
                                            <p:graphicEl>
                                              <a:dgm id="{1019AFF4-D8C8-CE45-BA36-9F2C41E4F8E7}"/>
                                            </p:graphicEl>
                                          </p:spTgt>
                                        </p:tgtEl>
                                        <p:attrNameLst>
                                          <p:attrName>style.visibility</p:attrName>
                                        </p:attrNameLst>
                                      </p:cBhvr>
                                      <p:to>
                                        <p:strVal val="visible"/>
                                      </p:to>
                                    </p:set>
                                    <p:animEffect transition="in" filter="dissolve">
                                      <p:cBhvr>
                                        <p:cTn id="98" dur="1000"/>
                                        <p:tgtEl>
                                          <p:spTgt spid="12">
                                            <p:graphicEl>
                                              <a:dgm id="{1019AFF4-D8C8-CE45-BA36-9F2C41E4F8E7}"/>
                                            </p:graphicEl>
                                          </p:spTgt>
                                        </p:tgtEl>
                                      </p:cBhvr>
                                    </p:animEffect>
                                  </p:childTnLst>
                                </p:cTn>
                              </p:par>
                              <p:par>
                                <p:cTn id="99" presetID="9" presetClass="entr" presetSubtype="0" fill="hold" grpId="0" nodeType="withEffect">
                                  <p:stCondLst>
                                    <p:cond delay="0"/>
                                  </p:stCondLst>
                                  <p:childTnLst>
                                    <p:set>
                                      <p:cBhvr>
                                        <p:cTn id="100" dur="1" fill="hold">
                                          <p:stCondLst>
                                            <p:cond delay="0"/>
                                          </p:stCondLst>
                                        </p:cTn>
                                        <p:tgtEl>
                                          <p:spTgt spid="12">
                                            <p:graphicEl>
                                              <a:dgm id="{69B241A1-06BE-4B49-9D38-40A9F75BD9C5}"/>
                                            </p:graphicEl>
                                          </p:spTgt>
                                        </p:tgtEl>
                                        <p:attrNameLst>
                                          <p:attrName>style.visibility</p:attrName>
                                        </p:attrNameLst>
                                      </p:cBhvr>
                                      <p:to>
                                        <p:strVal val="visible"/>
                                      </p:to>
                                    </p:set>
                                    <p:animEffect transition="in" filter="dissolve">
                                      <p:cBhvr>
                                        <p:cTn id="101" dur="1000"/>
                                        <p:tgtEl>
                                          <p:spTgt spid="12">
                                            <p:graphicEl>
                                              <a:dgm id="{69B241A1-06BE-4B49-9D38-40A9F75BD9C5}"/>
                                            </p:graphicEl>
                                          </p:spTgt>
                                        </p:tgtEl>
                                      </p:cBhvr>
                                    </p:animEffect>
                                  </p:childTnLst>
                                </p:cTn>
                              </p:par>
                            </p:childTnLst>
                          </p:cTn>
                        </p:par>
                      </p:childTnLst>
                    </p:cTn>
                  </p:par>
                  <p:par>
                    <p:cTn id="102" fill="hold">
                      <p:stCondLst>
                        <p:cond delay="indefinite"/>
                      </p:stCondLst>
                      <p:childTnLst>
                        <p:par>
                          <p:cTn id="103" fill="hold">
                            <p:stCondLst>
                              <p:cond delay="0"/>
                            </p:stCondLst>
                            <p:childTnLst>
                              <p:par>
                                <p:cTn id="104" presetID="9" presetClass="entr" presetSubtype="0" fill="hold" grpId="0" nodeType="clickEffect">
                                  <p:stCondLst>
                                    <p:cond delay="0"/>
                                  </p:stCondLst>
                                  <p:childTnLst>
                                    <p:set>
                                      <p:cBhvr>
                                        <p:cTn id="105" dur="1" fill="hold">
                                          <p:stCondLst>
                                            <p:cond delay="0"/>
                                          </p:stCondLst>
                                        </p:cTn>
                                        <p:tgtEl>
                                          <p:spTgt spid="12">
                                            <p:graphicEl>
                                              <a:dgm id="{91F0C1BD-D8D7-024B-A8D6-8FEAE33632DB}"/>
                                            </p:graphicEl>
                                          </p:spTgt>
                                        </p:tgtEl>
                                        <p:attrNameLst>
                                          <p:attrName>style.visibility</p:attrName>
                                        </p:attrNameLst>
                                      </p:cBhvr>
                                      <p:to>
                                        <p:strVal val="visible"/>
                                      </p:to>
                                    </p:set>
                                    <p:animEffect transition="in" filter="dissolve">
                                      <p:cBhvr>
                                        <p:cTn id="106" dur="1000"/>
                                        <p:tgtEl>
                                          <p:spTgt spid="12">
                                            <p:graphicEl>
                                              <a:dgm id="{91F0C1BD-D8D7-024B-A8D6-8FEAE33632DB}"/>
                                            </p:graphicEl>
                                          </p:spTgt>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12">
                                            <p:graphicEl>
                                              <a:dgm id="{BFE41C2E-8917-FC47-8728-AC8D9B66C971}"/>
                                            </p:graphicEl>
                                          </p:spTgt>
                                        </p:tgtEl>
                                        <p:attrNameLst>
                                          <p:attrName>style.visibility</p:attrName>
                                        </p:attrNameLst>
                                      </p:cBhvr>
                                      <p:to>
                                        <p:strVal val="visible"/>
                                      </p:to>
                                    </p:set>
                                    <p:animEffect transition="in" filter="dissolve">
                                      <p:cBhvr>
                                        <p:cTn id="109" dur="1000"/>
                                        <p:tgtEl>
                                          <p:spTgt spid="12">
                                            <p:graphicEl>
                                              <a:dgm id="{BFE41C2E-8917-FC47-8728-AC8D9B66C971}"/>
                                            </p:graphicEl>
                                          </p:spTgt>
                                        </p:tgtEl>
                                      </p:cBhvr>
                                    </p:animEffect>
                                  </p:childTnLst>
                                </p:cTn>
                              </p:par>
                              <p:par>
                                <p:cTn id="110" presetID="9" presetClass="entr" presetSubtype="0" fill="hold" grpId="0" nodeType="withEffect">
                                  <p:stCondLst>
                                    <p:cond delay="0"/>
                                  </p:stCondLst>
                                  <p:childTnLst>
                                    <p:set>
                                      <p:cBhvr>
                                        <p:cTn id="111" dur="1" fill="hold">
                                          <p:stCondLst>
                                            <p:cond delay="0"/>
                                          </p:stCondLst>
                                        </p:cTn>
                                        <p:tgtEl>
                                          <p:spTgt spid="12">
                                            <p:graphicEl>
                                              <a:dgm id="{0A9BB3C7-4C67-1949-B4BE-EA2602A580B8}"/>
                                            </p:graphicEl>
                                          </p:spTgt>
                                        </p:tgtEl>
                                        <p:attrNameLst>
                                          <p:attrName>style.visibility</p:attrName>
                                        </p:attrNameLst>
                                      </p:cBhvr>
                                      <p:to>
                                        <p:strVal val="visible"/>
                                      </p:to>
                                    </p:set>
                                    <p:animEffect transition="in" filter="dissolve">
                                      <p:cBhvr>
                                        <p:cTn id="112" dur="1000"/>
                                        <p:tgtEl>
                                          <p:spTgt spid="12">
                                            <p:graphicEl>
                                              <a:dgm id="{0A9BB3C7-4C67-1949-B4BE-EA2602A580B8}"/>
                                            </p:graphicEl>
                                          </p:spTgt>
                                        </p:tgtEl>
                                      </p:cBhvr>
                                    </p:animEffect>
                                  </p:childTnLst>
                                </p:cTn>
                              </p:par>
                              <p:par>
                                <p:cTn id="113" presetID="9" presetClass="entr" presetSubtype="0" fill="hold" grpId="0" nodeType="withEffect">
                                  <p:stCondLst>
                                    <p:cond delay="0"/>
                                  </p:stCondLst>
                                  <p:childTnLst>
                                    <p:set>
                                      <p:cBhvr>
                                        <p:cTn id="114" dur="1" fill="hold">
                                          <p:stCondLst>
                                            <p:cond delay="0"/>
                                          </p:stCondLst>
                                        </p:cTn>
                                        <p:tgtEl>
                                          <p:spTgt spid="12">
                                            <p:graphicEl>
                                              <a:dgm id="{00AE9B91-0C5D-3A4C-B346-78F629125E86}"/>
                                            </p:graphicEl>
                                          </p:spTgt>
                                        </p:tgtEl>
                                        <p:attrNameLst>
                                          <p:attrName>style.visibility</p:attrName>
                                        </p:attrNameLst>
                                      </p:cBhvr>
                                      <p:to>
                                        <p:strVal val="visible"/>
                                      </p:to>
                                    </p:set>
                                    <p:animEffect transition="in" filter="dissolve">
                                      <p:cBhvr>
                                        <p:cTn id="115" dur="1000"/>
                                        <p:tgtEl>
                                          <p:spTgt spid="12">
                                            <p:graphicEl>
                                              <a:dgm id="{00AE9B91-0C5D-3A4C-B346-78F629125E86}"/>
                                            </p:graphicEl>
                                          </p:spTgt>
                                        </p:tgtEl>
                                      </p:cBhvr>
                                    </p:animEffect>
                                  </p:childTnLst>
                                </p:cTn>
                              </p:par>
                              <p:par>
                                <p:cTn id="116" presetID="9" presetClass="entr" presetSubtype="0" fill="hold" grpId="0" nodeType="withEffect">
                                  <p:stCondLst>
                                    <p:cond delay="0"/>
                                  </p:stCondLst>
                                  <p:childTnLst>
                                    <p:set>
                                      <p:cBhvr>
                                        <p:cTn id="117" dur="1" fill="hold">
                                          <p:stCondLst>
                                            <p:cond delay="0"/>
                                          </p:stCondLst>
                                        </p:cTn>
                                        <p:tgtEl>
                                          <p:spTgt spid="12">
                                            <p:graphicEl>
                                              <a:dgm id="{E5FF68D6-D361-BB45-9C94-417F6555FE12}"/>
                                            </p:graphicEl>
                                          </p:spTgt>
                                        </p:tgtEl>
                                        <p:attrNameLst>
                                          <p:attrName>style.visibility</p:attrName>
                                        </p:attrNameLst>
                                      </p:cBhvr>
                                      <p:to>
                                        <p:strVal val="visible"/>
                                      </p:to>
                                    </p:set>
                                    <p:animEffect transition="in" filter="dissolve">
                                      <p:cBhvr>
                                        <p:cTn id="118" dur="1000"/>
                                        <p:tgtEl>
                                          <p:spTgt spid="12">
                                            <p:graphicEl>
                                              <a:dgm id="{E5FF68D6-D361-BB45-9C94-417F6555FE12}"/>
                                            </p:graphicEl>
                                          </p:spTgt>
                                        </p:tgtEl>
                                      </p:cBhvr>
                                    </p:animEffect>
                                  </p:childTnLst>
                                </p:cTn>
                              </p:par>
                              <p:par>
                                <p:cTn id="119" presetID="9" presetClass="entr" presetSubtype="0" fill="hold" grpId="0" nodeType="withEffect">
                                  <p:stCondLst>
                                    <p:cond delay="0"/>
                                  </p:stCondLst>
                                  <p:childTnLst>
                                    <p:set>
                                      <p:cBhvr>
                                        <p:cTn id="120" dur="1" fill="hold">
                                          <p:stCondLst>
                                            <p:cond delay="0"/>
                                          </p:stCondLst>
                                        </p:cTn>
                                        <p:tgtEl>
                                          <p:spTgt spid="12">
                                            <p:graphicEl>
                                              <a:dgm id="{0C04164C-DA43-744B-9640-71A33DCBC2AB}"/>
                                            </p:graphicEl>
                                          </p:spTgt>
                                        </p:tgtEl>
                                        <p:attrNameLst>
                                          <p:attrName>style.visibility</p:attrName>
                                        </p:attrNameLst>
                                      </p:cBhvr>
                                      <p:to>
                                        <p:strVal val="visible"/>
                                      </p:to>
                                    </p:set>
                                    <p:animEffect transition="in" filter="dissolve">
                                      <p:cBhvr>
                                        <p:cTn id="121" dur="1000"/>
                                        <p:tgtEl>
                                          <p:spTgt spid="12">
                                            <p:graphicEl>
                                              <a:dgm id="{0C04164C-DA43-744B-9640-71A33DCBC2AB}"/>
                                            </p:graphicEl>
                                          </p:spTgt>
                                        </p:tgtEl>
                                      </p:cBhvr>
                                    </p:animEffect>
                                  </p:childTnLst>
                                </p:cTn>
                              </p:par>
                              <p:par>
                                <p:cTn id="122" presetID="9" presetClass="entr" presetSubtype="0" fill="hold" grpId="0" nodeType="withEffect">
                                  <p:stCondLst>
                                    <p:cond delay="0"/>
                                  </p:stCondLst>
                                  <p:childTnLst>
                                    <p:set>
                                      <p:cBhvr>
                                        <p:cTn id="123" dur="1" fill="hold">
                                          <p:stCondLst>
                                            <p:cond delay="0"/>
                                          </p:stCondLst>
                                        </p:cTn>
                                        <p:tgtEl>
                                          <p:spTgt spid="12">
                                            <p:graphicEl>
                                              <a:dgm id="{107105A4-83F5-184D-85CE-7DD08E12A0D5}"/>
                                            </p:graphicEl>
                                          </p:spTgt>
                                        </p:tgtEl>
                                        <p:attrNameLst>
                                          <p:attrName>style.visibility</p:attrName>
                                        </p:attrNameLst>
                                      </p:cBhvr>
                                      <p:to>
                                        <p:strVal val="visible"/>
                                      </p:to>
                                    </p:set>
                                    <p:animEffect transition="in" filter="dissolve">
                                      <p:cBhvr>
                                        <p:cTn id="124" dur="1000"/>
                                        <p:tgtEl>
                                          <p:spTgt spid="12">
                                            <p:graphicEl>
                                              <a:dgm id="{107105A4-83F5-184D-85CE-7DD08E12A0D5}"/>
                                            </p:graphicEl>
                                          </p:spTgt>
                                        </p:tgtEl>
                                      </p:cBhvr>
                                    </p:animEffect>
                                  </p:childTnLst>
                                </p:cTn>
                              </p:par>
                              <p:par>
                                <p:cTn id="125" presetID="9" presetClass="entr" presetSubtype="0" fill="hold" grpId="0" nodeType="withEffect">
                                  <p:stCondLst>
                                    <p:cond delay="0"/>
                                  </p:stCondLst>
                                  <p:childTnLst>
                                    <p:set>
                                      <p:cBhvr>
                                        <p:cTn id="126" dur="1" fill="hold">
                                          <p:stCondLst>
                                            <p:cond delay="0"/>
                                          </p:stCondLst>
                                        </p:cTn>
                                        <p:tgtEl>
                                          <p:spTgt spid="12">
                                            <p:graphicEl>
                                              <a:dgm id="{8812CDD5-0B45-EC4F-9173-20421C1F359F}"/>
                                            </p:graphicEl>
                                          </p:spTgt>
                                        </p:tgtEl>
                                        <p:attrNameLst>
                                          <p:attrName>style.visibility</p:attrName>
                                        </p:attrNameLst>
                                      </p:cBhvr>
                                      <p:to>
                                        <p:strVal val="visible"/>
                                      </p:to>
                                    </p:set>
                                    <p:animEffect transition="in" filter="dissolve">
                                      <p:cBhvr>
                                        <p:cTn id="127" dur="1000"/>
                                        <p:tgtEl>
                                          <p:spTgt spid="12">
                                            <p:graphicEl>
                                              <a:dgm id="{8812CDD5-0B45-EC4F-9173-20421C1F359F}"/>
                                            </p:graphicEl>
                                          </p:spTgt>
                                        </p:tgtEl>
                                      </p:cBhvr>
                                    </p:animEffect>
                                  </p:childTnLst>
                                </p:cTn>
                              </p:par>
                            </p:childTnLst>
                          </p:cTn>
                        </p:par>
                      </p:childTnLst>
                    </p:cTn>
                  </p:par>
                  <p:par>
                    <p:cTn id="128" fill="hold">
                      <p:stCondLst>
                        <p:cond delay="indefinite"/>
                      </p:stCondLst>
                      <p:childTnLst>
                        <p:par>
                          <p:cTn id="129" fill="hold">
                            <p:stCondLst>
                              <p:cond delay="0"/>
                            </p:stCondLst>
                            <p:childTnLst>
                              <p:par>
                                <p:cTn id="130" presetID="9" presetClass="entr" presetSubtype="0" fill="hold" grpId="0" nodeType="clickEffect">
                                  <p:stCondLst>
                                    <p:cond delay="0"/>
                                  </p:stCondLst>
                                  <p:childTnLst>
                                    <p:set>
                                      <p:cBhvr>
                                        <p:cTn id="131" dur="1" fill="hold">
                                          <p:stCondLst>
                                            <p:cond delay="0"/>
                                          </p:stCondLst>
                                        </p:cTn>
                                        <p:tgtEl>
                                          <p:spTgt spid="12">
                                            <p:graphicEl>
                                              <a:dgm id="{F275A898-D448-9F44-A779-86D1C9635402}"/>
                                            </p:graphicEl>
                                          </p:spTgt>
                                        </p:tgtEl>
                                        <p:attrNameLst>
                                          <p:attrName>style.visibility</p:attrName>
                                        </p:attrNameLst>
                                      </p:cBhvr>
                                      <p:to>
                                        <p:strVal val="visible"/>
                                      </p:to>
                                    </p:set>
                                    <p:animEffect transition="in" filter="dissolve">
                                      <p:cBhvr>
                                        <p:cTn id="132" dur="1000"/>
                                        <p:tgtEl>
                                          <p:spTgt spid="12">
                                            <p:graphicEl>
                                              <a:dgm id="{F275A898-D448-9F44-A779-86D1C9635402}"/>
                                            </p:graphicEl>
                                          </p:spTgt>
                                        </p:tgtEl>
                                      </p:cBhvr>
                                    </p:animEffect>
                                  </p:childTnLst>
                                </p:cTn>
                              </p:par>
                              <p:par>
                                <p:cTn id="133" presetID="9" presetClass="entr" presetSubtype="0" fill="hold" grpId="0" nodeType="withEffect">
                                  <p:stCondLst>
                                    <p:cond delay="0"/>
                                  </p:stCondLst>
                                  <p:childTnLst>
                                    <p:set>
                                      <p:cBhvr>
                                        <p:cTn id="134" dur="1" fill="hold">
                                          <p:stCondLst>
                                            <p:cond delay="0"/>
                                          </p:stCondLst>
                                        </p:cTn>
                                        <p:tgtEl>
                                          <p:spTgt spid="12">
                                            <p:graphicEl>
                                              <a:dgm id="{E59B3C57-CCDF-7A4D-BFD8-CEF43CB6625C}"/>
                                            </p:graphicEl>
                                          </p:spTgt>
                                        </p:tgtEl>
                                        <p:attrNameLst>
                                          <p:attrName>style.visibility</p:attrName>
                                        </p:attrNameLst>
                                      </p:cBhvr>
                                      <p:to>
                                        <p:strVal val="visible"/>
                                      </p:to>
                                    </p:set>
                                    <p:animEffect transition="in" filter="dissolve">
                                      <p:cBhvr>
                                        <p:cTn id="135" dur="1000"/>
                                        <p:tgtEl>
                                          <p:spTgt spid="12">
                                            <p:graphicEl>
                                              <a:dgm id="{E59B3C57-CCDF-7A4D-BFD8-CEF43CB6625C}"/>
                                            </p:graphicEl>
                                          </p:spTgt>
                                        </p:tgtEl>
                                      </p:cBhvr>
                                    </p:animEffect>
                                  </p:childTnLst>
                                </p:cTn>
                              </p:par>
                              <p:par>
                                <p:cTn id="136" presetID="9" presetClass="entr" presetSubtype="0" fill="hold" grpId="0" nodeType="withEffect">
                                  <p:stCondLst>
                                    <p:cond delay="0"/>
                                  </p:stCondLst>
                                  <p:childTnLst>
                                    <p:set>
                                      <p:cBhvr>
                                        <p:cTn id="137" dur="1" fill="hold">
                                          <p:stCondLst>
                                            <p:cond delay="0"/>
                                          </p:stCondLst>
                                        </p:cTn>
                                        <p:tgtEl>
                                          <p:spTgt spid="12">
                                            <p:graphicEl>
                                              <a:dgm id="{508EF1F2-E20C-A346-AF68-DEA11D1950D7}"/>
                                            </p:graphicEl>
                                          </p:spTgt>
                                        </p:tgtEl>
                                        <p:attrNameLst>
                                          <p:attrName>style.visibility</p:attrName>
                                        </p:attrNameLst>
                                      </p:cBhvr>
                                      <p:to>
                                        <p:strVal val="visible"/>
                                      </p:to>
                                    </p:set>
                                    <p:animEffect transition="in" filter="dissolve">
                                      <p:cBhvr>
                                        <p:cTn id="138" dur="1000"/>
                                        <p:tgtEl>
                                          <p:spTgt spid="12">
                                            <p:graphicEl>
                                              <a:dgm id="{508EF1F2-E20C-A346-AF68-DEA11D1950D7}"/>
                                            </p:graphicEl>
                                          </p:spTgt>
                                        </p:tgtEl>
                                      </p:cBhvr>
                                    </p:animEffect>
                                  </p:childTnLst>
                                </p:cTn>
                              </p:par>
                              <p:par>
                                <p:cTn id="139" presetID="9" presetClass="entr" presetSubtype="0" fill="hold" grpId="0" nodeType="withEffect">
                                  <p:stCondLst>
                                    <p:cond delay="0"/>
                                  </p:stCondLst>
                                  <p:childTnLst>
                                    <p:set>
                                      <p:cBhvr>
                                        <p:cTn id="140" dur="1" fill="hold">
                                          <p:stCondLst>
                                            <p:cond delay="0"/>
                                          </p:stCondLst>
                                        </p:cTn>
                                        <p:tgtEl>
                                          <p:spTgt spid="12">
                                            <p:graphicEl>
                                              <a:dgm id="{9446DCA9-FACE-7C46-80B6-C5E3A7A1119B}"/>
                                            </p:graphicEl>
                                          </p:spTgt>
                                        </p:tgtEl>
                                        <p:attrNameLst>
                                          <p:attrName>style.visibility</p:attrName>
                                        </p:attrNameLst>
                                      </p:cBhvr>
                                      <p:to>
                                        <p:strVal val="visible"/>
                                      </p:to>
                                    </p:set>
                                    <p:animEffect transition="in" filter="dissolve">
                                      <p:cBhvr>
                                        <p:cTn id="141" dur="1000"/>
                                        <p:tgtEl>
                                          <p:spTgt spid="12">
                                            <p:graphicEl>
                                              <a:dgm id="{9446DCA9-FACE-7C46-80B6-C5E3A7A1119B}"/>
                                            </p:graphicEl>
                                          </p:spTgt>
                                        </p:tgtEl>
                                      </p:cBhvr>
                                    </p:animEffect>
                                  </p:childTnLst>
                                </p:cTn>
                              </p:par>
                              <p:par>
                                <p:cTn id="142" presetID="9" presetClass="entr" presetSubtype="0" fill="hold" grpId="0" nodeType="withEffect">
                                  <p:stCondLst>
                                    <p:cond delay="0"/>
                                  </p:stCondLst>
                                  <p:childTnLst>
                                    <p:set>
                                      <p:cBhvr>
                                        <p:cTn id="143" dur="1" fill="hold">
                                          <p:stCondLst>
                                            <p:cond delay="0"/>
                                          </p:stCondLst>
                                        </p:cTn>
                                        <p:tgtEl>
                                          <p:spTgt spid="12">
                                            <p:graphicEl>
                                              <a:dgm id="{D5244B91-B595-6843-BF3A-124DB5436E20}"/>
                                            </p:graphicEl>
                                          </p:spTgt>
                                        </p:tgtEl>
                                        <p:attrNameLst>
                                          <p:attrName>style.visibility</p:attrName>
                                        </p:attrNameLst>
                                      </p:cBhvr>
                                      <p:to>
                                        <p:strVal val="visible"/>
                                      </p:to>
                                    </p:set>
                                    <p:animEffect transition="in" filter="dissolve">
                                      <p:cBhvr>
                                        <p:cTn id="144" dur="1000"/>
                                        <p:tgtEl>
                                          <p:spTgt spid="12">
                                            <p:graphicEl>
                                              <a:dgm id="{D5244B91-B595-6843-BF3A-124DB5436E20}"/>
                                            </p:graphicEl>
                                          </p:spTgt>
                                        </p:tgtEl>
                                      </p:cBhvr>
                                    </p:animEffect>
                                  </p:childTnLst>
                                </p:cTn>
                              </p:par>
                              <p:par>
                                <p:cTn id="145" presetID="9" presetClass="entr" presetSubtype="0" fill="hold" grpId="0" nodeType="withEffect">
                                  <p:stCondLst>
                                    <p:cond delay="0"/>
                                  </p:stCondLst>
                                  <p:childTnLst>
                                    <p:set>
                                      <p:cBhvr>
                                        <p:cTn id="146" dur="1" fill="hold">
                                          <p:stCondLst>
                                            <p:cond delay="0"/>
                                          </p:stCondLst>
                                        </p:cTn>
                                        <p:tgtEl>
                                          <p:spTgt spid="12">
                                            <p:graphicEl>
                                              <a:dgm id="{FA81F937-48A2-7144-9438-CF9267137C70}"/>
                                            </p:graphicEl>
                                          </p:spTgt>
                                        </p:tgtEl>
                                        <p:attrNameLst>
                                          <p:attrName>style.visibility</p:attrName>
                                        </p:attrNameLst>
                                      </p:cBhvr>
                                      <p:to>
                                        <p:strVal val="visible"/>
                                      </p:to>
                                    </p:set>
                                    <p:animEffect transition="in" filter="dissolve">
                                      <p:cBhvr>
                                        <p:cTn id="147" dur="1000"/>
                                        <p:tgtEl>
                                          <p:spTgt spid="12">
                                            <p:graphicEl>
                                              <a:dgm id="{FA81F937-48A2-7144-9438-CF9267137C70}"/>
                                            </p:graphicEl>
                                          </p:spTgt>
                                        </p:tgtEl>
                                      </p:cBhvr>
                                    </p:animEffect>
                                  </p:childTnLst>
                                </p:cTn>
                              </p:par>
                              <p:par>
                                <p:cTn id="148" presetID="9" presetClass="entr" presetSubtype="0" fill="hold" grpId="0" nodeType="withEffect">
                                  <p:stCondLst>
                                    <p:cond delay="0"/>
                                  </p:stCondLst>
                                  <p:childTnLst>
                                    <p:set>
                                      <p:cBhvr>
                                        <p:cTn id="149" dur="1" fill="hold">
                                          <p:stCondLst>
                                            <p:cond delay="0"/>
                                          </p:stCondLst>
                                        </p:cTn>
                                        <p:tgtEl>
                                          <p:spTgt spid="12">
                                            <p:graphicEl>
                                              <a:dgm id="{40C95581-10E7-E04A-BE76-EB7B756835C4}"/>
                                            </p:graphicEl>
                                          </p:spTgt>
                                        </p:tgtEl>
                                        <p:attrNameLst>
                                          <p:attrName>style.visibility</p:attrName>
                                        </p:attrNameLst>
                                      </p:cBhvr>
                                      <p:to>
                                        <p:strVal val="visible"/>
                                      </p:to>
                                    </p:set>
                                    <p:animEffect transition="in" filter="dissolve">
                                      <p:cBhvr>
                                        <p:cTn id="150" dur="1000"/>
                                        <p:tgtEl>
                                          <p:spTgt spid="12">
                                            <p:graphicEl>
                                              <a:dgm id="{40C95581-10E7-E04A-BE76-EB7B756835C4}"/>
                                            </p:graphicEl>
                                          </p:spTgt>
                                        </p:tgtEl>
                                      </p:cBhvr>
                                    </p:animEffect>
                                  </p:childTnLst>
                                </p:cTn>
                              </p:par>
                              <p:par>
                                <p:cTn id="151" presetID="9" presetClass="entr" presetSubtype="0" fill="hold" grpId="0" nodeType="withEffect">
                                  <p:stCondLst>
                                    <p:cond delay="0"/>
                                  </p:stCondLst>
                                  <p:childTnLst>
                                    <p:set>
                                      <p:cBhvr>
                                        <p:cTn id="152" dur="1" fill="hold">
                                          <p:stCondLst>
                                            <p:cond delay="0"/>
                                          </p:stCondLst>
                                        </p:cTn>
                                        <p:tgtEl>
                                          <p:spTgt spid="12">
                                            <p:graphicEl>
                                              <a:dgm id="{81052660-A12F-A048-B90B-4C6628FADFEA}"/>
                                            </p:graphicEl>
                                          </p:spTgt>
                                        </p:tgtEl>
                                        <p:attrNameLst>
                                          <p:attrName>style.visibility</p:attrName>
                                        </p:attrNameLst>
                                      </p:cBhvr>
                                      <p:to>
                                        <p:strVal val="visible"/>
                                      </p:to>
                                    </p:set>
                                    <p:animEffect transition="in" filter="dissolve">
                                      <p:cBhvr>
                                        <p:cTn id="153" dur="1000"/>
                                        <p:tgtEl>
                                          <p:spTgt spid="12">
                                            <p:graphicEl>
                                              <a:dgm id="{81052660-A12F-A048-B90B-4C6628FADFEA}"/>
                                            </p:graphicEl>
                                          </p:spTgt>
                                        </p:tgtEl>
                                      </p:cBhvr>
                                    </p:animEffect>
                                  </p:childTnLst>
                                </p:cTn>
                              </p:par>
                            </p:childTnLst>
                          </p:cTn>
                        </p:par>
                      </p:childTnLst>
                    </p:cTn>
                  </p:par>
                  <p:par>
                    <p:cTn id="154" fill="hold">
                      <p:stCondLst>
                        <p:cond delay="indefinite"/>
                      </p:stCondLst>
                      <p:childTnLst>
                        <p:par>
                          <p:cTn id="155" fill="hold">
                            <p:stCondLst>
                              <p:cond delay="0"/>
                            </p:stCondLst>
                            <p:childTnLst>
                              <p:par>
                                <p:cTn id="156" presetID="9" presetClass="entr" presetSubtype="0" fill="hold" grpId="0" nodeType="clickEffect">
                                  <p:stCondLst>
                                    <p:cond delay="0"/>
                                  </p:stCondLst>
                                  <p:childTnLst>
                                    <p:set>
                                      <p:cBhvr>
                                        <p:cTn id="157" dur="1" fill="hold">
                                          <p:stCondLst>
                                            <p:cond delay="0"/>
                                          </p:stCondLst>
                                        </p:cTn>
                                        <p:tgtEl>
                                          <p:spTgt spid="12">
                                            <p:graphicEl>
                                              <a:dgm id="{DE946943-C1D1-2342-855F-B68AB6521502}"/>
                                            </p:graphicEl>
                                          </p:spTgt>
                                        </p:tgtEl>
                                        <p:attrNameLst>
                                          <p:attrName>style.visibility</p:attrName>
                                        </p:attrNameLst>
                                      </p:cBhvr>
                                      <p:to>
                                        <p:strVal val="visible"/>
                                      </p:to>
                                    </p:set>
                                    <p:animEffect transition="in" filter="dissolve">
                                      <p:cBhvr>
                                        <p:cTn id="158" dur="1000"/>
                                        <p:tgtEl>
                                          <p:spTgt spid="12">
                                            <p:graphicEl>
                                              <a:dgm id="{DE946943-C1D1-2342-855F-B68AB6521502}"/>
                                            </p:graphicEl>
                                          </p:spTgt>
                                        </p:tgtEl>
                                      </p:cBhvr>
                                    </p:animEffect>
                                  </p:childTnLst>
                                </p:cTn>
                              </p:par>
                              <p:par>
                                <p:cTn id="159" presetID="9" presetClass="entr" presetSubtype="0" fill="hold" grpId="0" nodeType="withEffect">
                                  <p:stCondLst>
                                    <p:cond delay="0"/>
                                  </p:stCondLst>
                                  <p:childTnLst>
                                    <p:set>
                                      <p:cBhvr>
                                        <p:cTn id="160" dur="1" fill="hold">
                                          <p:stCondLst>
                                            <p:cond delay="0"/>
                                          </p:stCondLst>
                                        </p:cTn>
                                        <p:tgtEl>
                                          <p:spTgt spid="12">
                                            <p:graphicEl>
                                              <a:dgm id="{1A807BE5-728A-F846-9952-204DC8BF9425}"/>
                                            </p:graphicEl>
                                          </p:spTgt>
                                        </p:tgtEl>
                                        <p:attrNameLst>
                                          <p:attrName>style.visibility</p:attrName>
                                        </p:attrNameLst>
                                      </p:cBhvr>
                                      <p:to>
                                        <p:strVal val="visible"/>
                                      </p:to>
                                    </p:set>
                                    <p:animEffect transition="in" filter="dissolve">
                                      <p:cBhvr>
                                        <p:cTn id="161" dur="1000"/>
                                        <p:tgtEl>
                                          <p:spTgt spid="12">
                                            <p:graphicEl>
                                              <a:dgm id="{1A807BE5-728A-F846-9952-204DC8BF9425}"/>
                                            </p:graphicEl>
                                          </p:spTgt>
                                        </p:tgtEl>
                                      </p:cBhvr>
                                    </p:animEffect>
                                  </p:childTnLst>
                                </p:cTn>
                              </p:par>
                              <p:par>
                                <p:cTn id="162" presetID="9" presetClass="entr" presetSubtype="0" fill="hold" grpId="0" nodeType="withEffect">
                                  <p:stCondLst>
                                    <p:cond delay="0"/>
                                  </p:stCondLst>
                                  <p:childTnLst>
                                    <p:set>
                                      <p:cBhvr>
                                        <p:cTn id="163" dur="1" fill="hold">
                                          <p:stCondLst>
                                            <p:cond delay="0"/>
                                          </p:stCondLst>
                                        </p:cTn>
                                        <p:tgtEl>
                                          <p:spTgt spid="12">
                                            <p:graphicEl>
                                              <a:dgm id="{003E4100-2566-C543-8695-F70ED0C8B034}"/>
                                            </p:graphicEl>
                                          </p:spTgt>
                                        </p:tgtEl>
                                        <p:attrNameLst>
                                          <p:attrName>style.visibility</p:attrName>
                                        </p:attrNameLst>
                                      </p:cBhvr>
                                      <p:to>
                                        <p:strVal val="visible"/>
                                      </p:to>
                                    </p:set>
                                    <p:animEffect transition="in" filter="dissolve">
                                      <p:cBhvr>
                                        <p:cTn id="164" dur="1000"/>
                                        <p:tgtEl>
                                          <p:spTgt spid="12">
                                            <p:graphicEl>
                                              <a:dgm id="{003E4100-2566-C543-8695-F70ED0C8B034}"/>
                                            </p:graphicEl>
                                          </p:spTgt>
                                        </p:tgtEl>
                                      </p:cBhvr>
                                    </p:animEffect>
                                  </p:childTnLst>
                                </p:cTn>
                              </p:par>
                              <p:par>
                                <p:cTn id="165" presetID="9" presetClass="entr" presetSubtype="0" fill="hold" grpId="0" nodeType="withEffect">
                                  <p:stCondLst>
                                    <p:cond delay="0"/>
                                  </p:stCondLst>
                                  <p:childTnLst>
                                    <p:set>
                                      <p:cBhvr>
                                        <p:cTn id="166" dur="1" fill="hold">
                                          <p:stCondLst>
                                            <p:cond delay="0"/>
                                          </p:stCondLst>
                                        </p:cTn>
                                        <p:tgtEl>
                                          <p:spTgt spid="12">
                                            <p:graphicEl>
                                              <a:dgm id="{EF953B74-D73F-EA4F-BEC7-402B98075E57}"/>
                                            </p:graphicEl>
                                          </p:spTgt>
                                        </p:tgtEl>
                                        <p:attrNameLst>
                                          <p:attrName>style.visibility</p:attrName>
                                        </p:attrNameLst>
                                      </p:cBhvr>
                                      <p:to>
                                        <p:strVal val="visible"/>
                                      </p:to>
                                    </p:set>
                                    <p:animEffect transition="in" filter="dissolve">
                                      <p:cBhvr>
                                        <p:cTn id="167" dur="1000"/>
                                        <p:tgtEl>
                                          <p:spTgt spid="12">
                                            <p:graphicEl>
                                              <a:dgm id="{EF953B74-D73F-EA4F-BEC7-402B98075E57}"/>
                                            </p:graphicEl>
                                          </p:spTgt>
                                        </p:tgtEl>
                                      </p:cBhvr>
                                    </p:animEffect>
                                  </p:childTnLst>
                                </p:cTn>
                              </p:par>
                              <p:par>
                                <p:cTn id="168" presetID="9" presetClass="entr" presetSubtype="0" fill="hold" grpId="0" nodeType="withEffect">
                                  <p:stCondLst>
                                    <p:cond delay="0"/>
                                  </p:stCondLst>
                                  <p:childTnLst>
                                    <p:set>
                                      <p:cBhvr>
                                        <p:cTn id="169" dur="1" fill="hold">
                                          <p:stCondLst>
                                            <p:cond delay="0"/>
                                          </p:stCondLst>
                                        </p:cTn>
                                        <p:tgtEl>
                                          <p:spTgt spid="12">
                                            <p:graphicEl>
                                              <a:dgm id="{493E069C-5C5C-1945-8421-924BCF5BF993}"/>
                                            </p:graphicEl>
                                          </p:spTgt>
                                        </p:tgtEl>
                                        <p:attrNameLst>
                                          <p:attrName>style.visibility</p:attrName>
                                        </p:attrNameLst>
                                      </p:cBhvr>
                                      <p:to>
                                        <p:strVal val="visible"/>
                                      </p:to>
                                    </p:set>
                                    <p:animEffect transition="in" filter="dissolve">
                                      <p:cBhvr>
                                        <p:cTn id="170" dur="1000"/>
                                        <p:tgtEl>
                                          <p:spTgt spid="12">
                                            <p:graphicEl>
                                              <a:dgm id="{493E069C-5C5C-1945-8421-924BCF5BF993}"/>
                                            </p:graphicEl>
                                          </p:spTgt>
                                        </p:tgtEl>
                                      </p:cBhvr>
                                    </p:animEffect>
                                  </p:childTnLst>
                                </p:cTn>
                              </p:par>
                              <p:par>
                                <p:cTn id="171" presetID="9" presetClass="entr" presetSubtype="0" fill="hold" grpId="0" nodeType="withEffect">
                                  <p:stCondLst>
                                    <p:cond delay="0"/>
                                  </p:stCondLst>
                                  <p:childTnLst>
                                    <p:set>
                                      <p:cBhvr>
                                        <p:cTn id="172" dur="1" fill="hold">
                                          <p:stCondLst>
                                            <p:cond delay="0"/>
                                          </p:stCondLst>
                                        </p:cTn>
                                        <p:tgtEl>
                                          <p:spTgt spid="12">
                                            <p:graphicEl>
                                              <a:dgm id="{BFFA47B3-A880-1A40-90A9-793AB1422969}"/>
                                            </p:graphicEl>
                                          </p:spTgt>
                                        </p:tgtEl>
                                        <p:attrNameLst>
                                          <p:attrName>style.visibility</p:attrName>
                                        </p:attrNameLst>
                                      </p:cBhvr>
                                      <p:to>
                                        <p:strVal val="visible"/>
                                      </p:to>
                                    </p:set>
                                    <p:animEffect transition="in" filter="dissolve">
                                      <p:cBhvr>
                                        <p:cTn id="173" dur="1000"/>
                                        <p:tgtEl>
                                          <p:spTgt spid="12">
                                            <p:graphicEl>
                                              <a:dgm id="{BFFA47B3-A880-1A40-90A9-793AB1422969}"/>
                                            </p:graphicEl>
                                          </p:spTgt>
                                        </p:tgtEl>
                                      </p:cBhvr>
                                    </p:animEffect>
                                  </p:childTnLst>
                                </p:cTn>
                              </p:par>
                            </p:childTnLst>
                          </p:cTn>
                        </p:par>
                      </p:childTnLst>
                    </p:cTn>
                  </p:par>
                  <p:par>
                    <p:cTn id="174" fill="hold">
                      <p:stCondLst>
                        <p:cond delay="indefinite"/>
                      </p:stCondLst>
                      <p:childTnLst>
                        <p:par>
                          <p:cTn id="175" fill="hold">
                            <p:stCondLst>
                              <p:cond delay="0"/>
                            </p:stCondLst>
                            <p:childTnLst>
                              <p:par>
                                <p:cTn id="176" presetID="9" presetClass="entr" presetSubtype="0" fill="hold" grpId="0" nodeType="clickEffect">
                                  <p:stCondLst>
                                    <p:cond delay="0"/>
                                  </p:stCondLst>
                                  <p:childTnLst>
                                    <p:set>
                                      <p:cBhvr>
                                        <p:cTn id="177" dur="1" fill="hold">
                                          <p:stCondLst>
                                            <p:cond delay="0"/>
                                          </p:stCondLst>
                                        </p:cTn>
                                        <p:tgtEl>
                                          <p:spTgt spid="12">
                                            <p:graphicEl>
                                              <a:dgm id="{686EFB0C-4C15-8349-AEFB-C8A15361CCB0}"/>
                                            </p:graphicEl>
                                          </p:spTgt>
                                        </p:tgtEl>
                                        <p:attrNameLst>
                                          <p:attrName>style.visibility</p:attrName>
                                        </p:attrNameLst>
                                      </p:cBhvr>
                                      <p:to>
                                        <p:strVal val="visible"/>
                                      </p:to>
                                    </p:set>
                                    <p:animEffect transition="in" filter="dissolve">
                                      <p:cBhvr>
                                        <p:cTn id="178" dur="1000"/>
                                        <p:tgtEl>
                                          <p:spTgt spid="12">
                                            <p:graphicEl>
                                              <a:dgm id="{686EFB0C-4C15-8349-AEFB-C8A15361CCB0}"/>
                                            </p:graphicEl>
                                          </p:spTgt>
                                        </p:tgtEl>
                                      </p:cBhvr>
                                    </p:animEffect>
                                  </p:childTnLst>
                                </p:cTn>
                              </p:par>
                              <p:par>
                                <p:cTn id="179" presetID="9" presetClass="entr" presetSubtype="0" fill="hold" grpId="0" nodeType="withEffect">
                                  <p:stCondLst>
                                    <p:cond delay="0"/>
                                  </p:stCondLst>
                                  <p:childTnLst>
                                    <p:set>
                                      <p:cBhvr>
                                        <p:cTn id="180" dur="1" fill="hold">
                                          <p:stCondLst>
                                            <p:cond delay="0"/>
                                          </p:stCondLst>
                                        </p:cTn>
                                        <p:tgtEl>
                                          <p:spTgt spid="12">
                                            <p:graphicEl>
                                              <a:dgm id="{D777CD76-41ED-FA44-BCF4-817E4FB3FEDE}"/>
                                            </p:graphicEl>
                                          </p:spTgt>
                                        </p:tgtEl>
                                        <p:attrNameLst>
                                          <p:attrName>style.visibility</p:attrName>
                                        </p:attrNameLst>
                                      </p:cBhvr>
                                      <p:to>
                                        <p:strVal val="visible"/>
                                      </p:to>
                                    </p:set>
                                    <p:animEffect transition="in" filter="dissolve">
                                      <p:cBhvr>
                                        <p:cTn id="181" dur="1000"/>
                                        <p:tgtEl>
                                          <p:spTgt spid="12">
                                            <p:graphicEl>
                                              <a:dgm id="{D777CD76-41ED-FA44-BCF4-817E4FB3FEDE}"/>
                                            </p:graphicEl>
                                          </p:spTgt>
                                        </p:tgtEl>
                                      </p:cBhvr>
                                    </p:animEffect>
                                  </p:childTnLst>
                                </p:cTn>
                              </p:par>
                              <p:par>
                                <p:cTn id="182" presetID="9" presetClass="entr" presetSubtype="0" fill="hold" grpId="0" nodeType="withEffect">
                                  <p:stCondLst>
                                    <p:cond delay="0"/>
                                  </p:stCondLst>
                                  <p:childTnLst>
                                    <p:set>
                                      <p:cBhvr>
                                        <p:cTn id="183" dur="1" fill="hold">
                                          <p:stCondLst>
                                            <p:cond delay="0"/>
                                          </p:stCondLst>
                                        </p:cTn>
                                        <p:tgtEl>
                                          <p:spTgt spid="12">
                                            <p:graphicEl>
                                              <a:dgm id="{CD8A1912-062E-A946-932A-D82D02491C1E}"/>
                                            </p:graphicEl>
                                          </p:spTgt>
                                        </p:tgtEl>
                                        <p:attrNameLst>
                                          <p:attrName>style.visibility</p:attrName>
                                        </p:attrNameLst>
                                      </p:cBhvr>
                                      <p:to>
                                        <p:strVal val="visible"/>
                                      </p:to>
                                    </p:set>
                                    <p:animEffect transition="in" filter="dissolve">
                                      <p:cBhvr>
                                        <p:cTn id="184" dur="1000"/>
                                        <p:tgtEl>
                                          <p:spTgt spid="12">
                                            <p:graphicEl>
                                              <a:dgm id="{CD8A1912-062E-A946-932A-D82D02491C1E}"/>
                                            </p:graphicEl>
                                          </p:spTgt>
                                        </p:tgtEl>
                                      </p:cBhvr>
                                    </p:animEffect>
                                  </p:childTnLst>
                                </p:cTn>
                              </p:par>
                              <p:par>
                                <p:cTn id="185" presetID="9" presetClass="entr" presetSubtype="0" fill="hold" grpId="0" nodeType="withEffect">
                                  <p:stCondLst>
                                    <p:cond delay="0"/>
                                  </p:stCondLst>
                                  <p:childTnLst>
                                    <p:set>
                                      <p:cBhvr>
                                        <p:cTn id="186" dur="1" fill="hold">
                                          <p:stCondLst>
                                            <p:cond delay="0"/>
                                          </p:stCondLst>
                                        </p:cTn>
                                        <p:tgtEl>
                                          <p:spTgt spid="12">
                                            <p:graphicEl>
                                              <a:dgm id="{E9EA505A-87F1-AC40-99F2-F33EB3A8750C}"/>
                                            </p:graphicEl>
                                          </p:spTgt>
                                        </p:tgtEl>
                                        <p:attrNameLst>
                                          <p:attrName>style.visibility</p:attrName>
                                        </p:attrNameLst>
                                      </p:cBhvr>
                                      <p:to>
                                        <p:strVal val="visible"/>
                                      </p:to>
                                    </p:set>
                                    <p:animEffect transition="in" filter="dissolve">
                                      <p:cBhvr>
                                        <p:cTn id="187" dur="1000"/>
                                        <p:tgtEl>
                                          <p:spTgt spid="12">
                                            <p:graphicEl>
                                              <a:dgm id="{E9EA505A-87F1-AC40-99F2-F33EB3A8750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Sub>
          <a:bldDgm bld="lvlAtOnc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4" descr="Chlorophyll">
            <a:extLst>
              <a:ext uri="{FF2B5EF4-FFF2-40B4-BE49-F238E27FC236}">
                <a16:creationId xmlns:a16="http://schemas.microsoft.com/office/drawing/2014/main" id="{CD9BEA93-41E0-094D-BB48-24C58DEB4D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7020" y="1027417"/>
            <a:ext cx="5111703" cy="255585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B33FDF0-87FB-2B4C-A437-95268A92D92D}"/>
              </a:ext>
            </a:extLst>
          </p:cNvPr>
          <p:cNvSpPr>
            <a:spLocks noGrp="1"/>
          </p:cNvSpPr>
          <p:nvPr>
            <p:ph type="title"/>
          </p:nvPr>
        </p:nvSpPr>
        <p:spPr/>
        <p:txBody>
          <a:bodyPr/>
          <a:lstStyle/>
          <a:p>
            <a:r>
              <a:rPr lang="en-US" dirty="0"/>
              <a:t>Net Primary Production</a:t>
            </a:r>
          </a:p>
        </p:txBody>
      </p:sp>
      <p:pic>
        <p:nvPicPr>
          <p:cNvPr id="12" name="Picture 2" descr="Net Primary Productivity">
            <a:extLst>
              <a:ext uri="{FF2B5EF4-FFF2-40B4-BE49-F238E27FC236}">
                <a16:creationId xmlns:a16="http://schemas.microsoft.com/office/drawing/2014/main" id="{64D4CC08-7FFF-3942-A016-E7D45EFA77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1129" y="2945797"/>
            <a:ext cx="5284817" cy="2642409"/>
          </a:xfrm>
          <a:prstGeom prst="rect">
            <a:avLst/>
          </a:prstGeom>
          <a:noFill/>
          <a:extLst>
            <a:ext uri="{909E8E84-426E-40DD-AFC4-6F175D3DCCD1}">
              <a14:hiddenFill xmlns:a14="http://schemas.microsoft.com/office/drawing/2010/main">
                <a:solidFill>
                  <a:srgbClr val="FFFFFF"/>
                </a:solidFill>
              </a14:hiddenFill>
            </a:ext>
          </a:extLst>
        </p:spPr>
      </p:pic>
      <p:sp>
        <p:nvSpPr>
          <p:cNvPr id="14" name="Parallelogram 13">
            <a:extLst>
              <a:ext uri="{FF2B5EF4-FFF2-40B4-BE49-F238E27FC236}">
                <a16:creationId xmlns:a16="http://schemas.microsoft.com/office/drawing/2014/main" id="{0478F681-2492-B644-B551-63BE94825965}"/>
              </a:ext>
            </a:extLst>
          </p:cNvPr>
          <p:cNvSpPr/>
          <p:nvPr/>
        </p:nvSpPr>
        <p:spPr>
          <a:xfrm>
            <a:off x="764628" y="6176966"/>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Importance?</a:t>
            </a:r>
          </a:p>
        </p:txBody>
      </p:sp>
      <p:sp>
        <p:nvSpPr>
          <p:cNvPr id="15" name="Parallelogram 14">
            <a:extLst>
              <a:ext uri="{FF2B5EF4-FFF2-40B4-BE49-F238E27FC236}">
                <a16:creationId xmlns:a16="http://schemas.microsoft.com/office/drawing/2014/main" id="{F2D54714-BAE1-6941-9478-407CDC5B896B}"/>
              </a:ext>
            </a:extLst>
          </p:cNvPr>
          <p:cNvSpPr/>
          <p:nvPr/>
        </p:nvSpPr>
        <p:spPr>
          <a:xfrm>
            <a:off x="2088931" y="6176965"/>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The Carbon Cycle</a:t>
            </a:r>
          </a:p>
        </p:txBody>
      </p:sp>
      <p:sp>
        <p:nvSpPr>
          <p:cNvPr id="16" name="Parallelogram 15">
            <a:extLst>
              <a:ext uri="{FF2B5EF4-FFF2-40B4-BE49-F238E27FC236}">
                <a16:creationId xmlns:a16="http://schemas.microsoft.com/office/drawing/2014/main" id="{26C62839-C8BC-D244-8892-99D40F94A462}"/>
              </a:ext>
            </a:extLst>
          </p:cNvPr>
          <p:cNvSpPr/>
          <p:nvPr/>
        </p:nvSpPr>
        <p:spPr>
          <a:xfrm>
            <a:off x="3413234"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Carbon Fixation </a:t>
            </a:r>
          </a:p>
        </p:txBody>
      </p:sp>
      <p:sp>
        <p:nvSpPr>
          <p:cNvPr id="17" name="Parallelogram 16">
            <a:extLst>
              <a:ext uri="{FF2B5EF4-FFF2-40B4-BE49-F238E27FC236}">
                <a16:creationId xmlns:a16="http://schemas.microsoft.com/office/drawing/2014/main" id="{24EF8300-505D-864E-8020-CB91788FDDD5}"/>
              </a:ext>
            </a:extLst>
          </p:cNvPr>
          <p:cNvSpPr/>
          <p:nvPr/>
        </p:nvSpPr>
        <p:spPr>
          <a:xfrm>
            <a:off x="4737537"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Redox</a:t>
            </a:r>
          </a:p>
        </p:txBody>
      </p:sp>
      <p:sp>
        <p:nvSpPr>
          <p:cNvPr id="18" name="Parallelogram 17">
            <a:extLst>
              <a:ext uri="{FF2B5EF4-FFF2-40B4-BE49-F238E27FC236}">
                <a16:creationId xmlns:a16="http://schemas.microsoft.com/office/drawing/2014/main" id="{36F40BF1-EAAA-3A41-B7F6-FF26BF8BD1D3}"/>
              </a:ext>
            </a:extLst>
          </p:cNvPr>
          <p:cNvSpPr/>
          <p:nvPr/>
        </p:nvSpPr>
        <p:spPr>
          <a:xfrm>
            <a:off x="6061840"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Chemoautotrophs</a:t>
            </a:r>
          </a:p>
        </p:txBody>
      </p:sp>
      <p:sp>
        <p:nvSpPr>
          <p:cNvPr id="19" name="Parallelogram 18">
            <a:extLst>
              <a:ext uri="{FF2B5EF4-FFF2-40B4-BE49-F238E27FC236}">
                <a16:creationId xmlns:a16="http://schemas.microsoft.com/office/drawing/2014/main" id="{8083A0B1-A203-4A4C-95E6-80D869D0B195}"/>
              </a:ext>
            </a:extLst>
          </p:cNvPr>
          <p:cNvSpPr/>
          <p:nvPr/>
        </p:nvSpPr>
        <p:spPr>
          <a:xfrm>
            <a:off x="7386143"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Photoautotrophs</a:t>
            </a:r>
          </a:p>
        </p:txBody>
      </p:sp>
      <p:sp>
        <p:nvSpPr>
          <p:cNvPr id="20" name="Parallelogram 19">
            <a:extLst>
              <a:ext uri="{FF2B5EF4-FFF2-40B4-BE49-F238E27FC236}">
                <a16:creationId xmlns:a16="http://schemas.microsoft.com/office/drawing/2014/main" id="{1CBD4D36-E4C6-C04F-A920-7C2953391620}"/>
              </a:ext>
            </a:extLst>
          </p:cNvPr>
          <p:cNvSpPr/>
          <p:nvPr/>
        </p:nvSpPr>
        <p:spPr>
          <a:xfrm>
            <a:off x="8710446" y="6176963"/>
            <a:ext cx="1379483" cy="200189"/>
          </a:xfrm>
          <a:prstGeom prst="parallelogram">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NPP</a:t>
            </a:r>
          </a:p>
        </p:txBody>
      </p:sp>
      <p:sp>
        <p:nvSpPr>
          <p:cNvPr id="21" name="Parallelogram 20">
            <a:extLst>
              <a:ext uri="{FF2B5EF4-FFF2-40B4-BE49-F238E27FC236}">
                <a16:creationId xmlns:a16="http://schemas.microsoft.com/office/drawing/2014/main" id="{49757185-12E4-C144-B3DE-2D8F6445E781}"/>
              </a:ext>
            </a:extLst>
          </p:cNvPr>
          <p:cNvSpPr/>
          <p:nvPr/>
        </p:nvSpPr>
        <p:spPr>
          <a:xfrm>
            <a:off x="10034749"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Summary</a:t>
            </a:r>
          </a:p>
        </p:txBody>
      </p:sp>
    </p:spTree>
    <p:extLst>
      <p:ext uri="{BB962C8B-B14F-4D97-AF65-F5344CB8AC3E}">
        <p14:creationId xmlns:p14="http://schemas.microsoft.com/office/powerpoint/2010/main" val="445323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13251-B2AA-BA46-ADA8-B7D7D4D803B5}"/>
              </a:ext>
            </a:extLst>
          </p:cNvPr>
          <p:cNvSpPr>
            <a:spLocks noGrp="1"/>
          </p:cNvSpPr>
          <p:nvPr>
            <p:ph type="title"/>
          </p:nvPr>
        </p:nvSpPr>
        <p:spPr/>
        <p:txBody>
          <a:bodyPr/>
          <a:lstStyle/>
          <a:p>
            <a:r>
              <a:rPr lang="en-US" dirty="0"/>
              <a:t>Summary</a:t>
            </a:r>
          </a:p>
        </p:txBody>
      </p:sp>
      <p:graphicFrame>
        <p:nvGraphicFramePr>
          <p:cNvPr id="12" name="Diagram 11">
            <a:extLst>
              <a:ext uri="{FF2B5EF4-FFF2-40B4-BE49-F238E27FC236}">
                <a16:creationId xmlns:a16="http://schemas.microsoft.com/office/drawing/2014/main" id="{9AE8A437-E8BF-CC44-9123-30D3A97A9255}"/>
              </a:ext>
            </a:extLst>
          </p:cNvPr>
          <p:cNvGraphicFramePr/>
          <p:nvPr>
            <p:extLst>
              <p:ext uri="{D42A27DB-BD31-4B8C-83A1-F6EECF244321}">
                <p14:modId xmlns:p14="http://schemas.microsoft.com/office/powerpoint/2010/main" val="3827602159"/>
              </p:ext>
            </p:extLst>
          </p:nvPr>
        </p:nvGraphicFramePr>
        <p:xfrm>
          <a:off x="2144111" y="365125"/>
          <a:ext cx="8402170" cy="56014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Parallelogram 13">
            <a:extLst>
              <a:ext uri="{FF2B5EF4-FFF2-40B4-BE49-F238E27FC236}">
                <a16:creationId xmlns:a16="http://schemas.microsoft.com/office/drawing/2014/main" id="{DBC7C36B-D12D-494A-8A90-FF5298118598}"/>
              </a:ext>
            </a:extLst>
          </p:cNvPr>
          <p:cNvSpPr/>
          <p:nvPr/>
        </p:nvSpPr>
        <p:spPr>
          <a:xfrm>
            <a:off x="764628" y="6176966"/>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Importance?</a:t>
            </a:r>
          </a:p>
        </p:txBody>
      </p:sp>
      <p:sp>
        <p:nvSpPr>
          <p:cNvPr id="15" name="Parallelogram 14">
            <a:extLst>
              <a:ext uri="{FF2B5EF4-FFF2-40B4-BE49-F238E27FC236}">
                <a16:creationId xmlns:a16="http://schemas.microsoft.com/office/drawing/2014/main" id="{3C6373B3-69AB-4D4B-A8E8-05156FB81001}"/>
              </a:ext>
            </a:extLst>
          </p:cNvPr>
          <p:cNvSpPr/>
          <p:nvPr/>
        </p:nvSpPr>
        <p:spPr>
          <a:xfrm>
            <a:off x="2088931" y="6176965"/>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The Carbon Cycle</a:t>
            </a:r>
          </a:p>
        </p:txBody>
      </p:sp>
      <p:sp>
        <p:nvSpPr>
          <p:cNvPr id="16" name="Parallelogram 15">
            <a:extLst>
              <a:ext uri="{FF2B5EF4-FFF2-40B4-BE49-F238E27FC236}">
                <a16:creationId xmlns:a16="http://schemas.microsoft.com/office/drawing/2014/main" id="{4E2C9DAA-C426-594D-A80B-6E8059F44962}"/>
              </a:ext>
            </a:extLst>
          </p:cNvPr>
          <p:cNvSpPr/>
          <p:nvPr/>
        </p:nvSpPr>
        <p:spPr>
          <a:xfrm>
            <a:off x="3413234"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Carbon Fixation </a:t>
            </a:r>
          </a:p>
        </p:txBody>
      </p:sp>
      <p:sp>
        <p:nvSpPr>
          <p:cNvPr id="17" name="Parallelogram 16">
            <a:extLst>
              <a:ext uri="{FF2B5EF4-FFF2-40B4-BE49-F238E27FC236}">
                <a16:creationId xmlns:a16="http://schemas.microsoft.com/office/drawing/2014/main" id="{860695FB-B773-9D4A-894B-F41628362BE9}"/>
              </a:ext>
            </a:extLst>
          </p:cNvPr>
          <p:cNvSpPr/>
          <p:nvPr/>
        </p:nvSpPr>
        <p:spPr>
          <a:xfrm>
            <a:off x="4737537"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Redox</a:t>
            </a:r>
          </a:p>
        </p:txBody>
      </p:sp>
      <p:sp>
        <p:nvSpPr>
          <p:cNvPr id="18" name="Parallelogram 17">
            <a:extLst>
              <a:ext uri="{FF2B5EF4-FFF2-40B4-BE49-F238E27FC236}">
                <a16:creationId xmlns:a16="http://schemas.microsoft.com/office/drawing/2014/main" id="{0D33796B-0113-814D-B4D7-0E1585812B10}"/>
              </a:ext>
            </a:extLst>
          </p:cNvPr>
          <p:cNvSpPr/>
          <p:nvPr/>
        </p:nvSpPr>
        <p:spPr>
          <a:xfrm>
            <a:off x="6061840" y="6176964"/>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Chemoautotrophs</a:t>
            </a:r>
          </a:p>
        </p:txBody>
      </p:sp>
      <p:sp>
        <p:nvSpPr>
          <p:cNvPr id="19" name="Parallelogram 18">
            <a:extLst>
              <a:ext uri="{FF2B5EF4-FFF2-40B4-BE49-F238E27FC236}">
                <a16:creationId xmlns:a16="http://schemas.microsoft.com/office/drawing/2014/main" id="{DF1F794C-C416-6A4A-B429-00C8F9ED67E2}"/>
              </a:ext>
            </a:extLst>
          </p:cNvPr>
          <p:cNvSpPr/>
          <p:nvPr/>
        </p:nvSpPr>
        <p:spPr>
          <a:xfrm>
            <a:off x="7386143"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Photoautotrophs</a:t>
            </a:r>
          </a:p>
        </p:txBody>
      </p:sp>
      <p:sp>
        <p:nvSpPr>
          <p:cNvPr id="20" name="Parallelogram 19">
            <a:extLst>
              <a:ext uri="{FF2B5EF4-FFF2-40B4-BE49-F238E27FC236}">
                <a16:creationId xmlns:a16="http://schemas.microsoft.com/office/drawing/2014/main" id="{9191DAE4-081D-C04C-B44D-128B3FCE7F1E}"/>
              </a:ext>
            </a:extLst>
          </p:cNvPr>
          <p:cNvSpPr/>
          <p:nvPr/>
        </p:nvSpPr>
        <p:spPr>
          <a:xfrm>
            <a:off x="8710446" y="6176963"/>
            <a:ext cx="1379483" cy="200189"/>
          </a:xfrm>
          <a:prstGeom prst="parallelogram">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NPP</a:t>
            </a:r>
          </a:p>
        </p:txBody>
      </p:sp>
      <p:sp>
        <p:nvSpPr>
          <p:cNvPr id="21" name="Parallelogram 20">
            <a:extLst>
              <a:ext uri="{FF2B5EF4-FFF2-40B4-BE49-F238E27FC236}">
                <a16:creationId xmlns:a16="http://schemas.microsoft.com/office/drawing/2014/main" id="{BDD22A7E-0B58-E241-9B6F-7344D076E6F7}"/>
              </a:ext>
            </a:extLst>
          </p:cNvPr>
          <p:cNvSpPr/>
          <p:nvPr/>
        </p:nvSpPr>
        <p:spPr>
          <a:xfrm>
            <a:off x="10034749" y="6176963"/>
            <a:ext cx="1379483" cy="200189"/>
          </a:xfrm>
          <a:prstGeom prst="parallelogram">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Summary</a:t>
            </a:r>
          </a:p>
        </p:txBody>
      </p:sp>
    </p:spTree>
    <p:extLst>
      <p:ext uri="{BB962C8B-B14F-4D97-AF65-F5344CB8AC3E}">
        <p14:creationId xmlns:p14="http://schemas.microsoft.com/office/powerpoint/2010/main" val="1136647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C8C44-486E-6E47-A813-9F01F00ADD1C}"/>
              </a:ext>
            </a:extLst>
          </p:cNvPr>
          <p:cNvSpPr>
            <a:spLocks noGrp="1"/>
          </p:cNvSpPr>
          <p:nvPr>
            <p:ph type="title"/>
          </p:nvPr>
        </p:nvSpPr>
        <p:spPr>
          <a:xfrm>
            <a:off x="3067050" y="2293937"/>
            <a:ext cx="5605463" cy="1325563"/>
          </a:xfrm>
        </p:spPr>
        <p:txBody>
          <a:bodyPr>
            <a:normAutofit fontScale="90000"/>
          </a:bodyPr>
          <a:lstStyle/>
          <a:p>
            <a:r>
              <a:rPr lang="en-US" sz="9600" dirty="0"/>
              <a:t>Thank you!</a:t>
            </a:r>
          </a:p>
        </p:txBody>
      </p:sp>
    </p:spTree>
    <p:extLst>
      <p:ext uri="{BB962C8B-B14F-4D97-AF65-F5344CB8AC3E}">
        <p14:creationId xmlns:p14="http://schemas.microsoft.com/office/powerpoint/2010/main" val="8211586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{C86315BD-02B5-FA40-B1B1-1EB910DEF1EC}tf10001079</Template>
  <TotalTime>208</TotalTime>
  <Words>2280</Words>
  <Application>Microsoft Macintosh PowerPoint</Application>
  <PresentationFormat>Widescreen</PresentationFormat>
  <Paragraphs>278</Paragraphs>
  <Slides>12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The Global Carbon Cycle</vt:lpstr>
      <vt:lpstr>What will we be talking about?</vt:lpstr>
      <vt:lpstr>Why is Carbon Important?</vt:lpstr>
      <vt:lpstr>The Geological and Biological Carbon Cycle Processes</vt:lpstr>
      <vt:lpstr>Carbon Fixation</vt:lpstr>
      <vt:lpstr>Redox Reactions</vt:lpstr>
      <vt:lpstr>Redox Reactions</vt:lpstr>
      <vt:lpstr>Chemoautotrophs</vt:lpstr>
      <vt:lpstr>Photoautotrophs</vt:lpstr>
      <vt:lpstr>Net Primary Production</vt:lpstr>
      <vt:lpstr>Summary</vt:lpstr>
      <vt:lpstr>Thank you!</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Carbon Cycle</dc:title>
  <dc:creator>Amy Bo Tinky Solman</dc:creator>
  <cp:lastModifiedBy>Amy Bo Tinky Solman</cp:lastModifiedBy>
  <cp:revision>22</cp:revision>
  <dcterms:created xsi:type="dcterms:W3CDTF">2020-11-30T12:43:32Z</dcterms:created>
  <dcterms:modified xsi:type="dcterms:W3CDTF">2020-12-07T11:42:44Z</dcterms:modified>
</cp:coreProperties>
</file>