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57"/>
    <p:restoredTop sz="96341"/>
  </p:normalViewPr>
  <p:slideViewPr>
    <p:cSldViewPr snapToGrid="0" snapToObjects="1">
      <p:cViewPr varScale="1">
        <p:scale>
          <a:sx n="129" d="100"/>
          <a:sy n="129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D6FE07-13C0-AF4D-9CFD-AAFEE9810846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060B224B-AD41-5545-ADAA-10014FC81FE8}">
      <dgm:prSet phldrT="[Text]"/>
      <dgm:spPr/>
      <dgm:t>
        <a:bodyPr/>
        <a:lstStyle/>
        <a:p>
          <a:r>
            <a:rPr lang="en-US" dirty="0"/>
            <a:t>For each of neutral, competition and environmental filtering models </a:t>
          </a:r>
        </a:p>
      </dgm:t>
    </dgm:pt>
    <dgm:pt modelId="{03307BB7-AB4F-9C47-BF81-9D7C67740249}" type="parTrans" cxnId="{3891C079-0CB7-F94C-BC9E-2C84BFAC6F27}">
      <dgm:prSet/>
      <dgm:spPr/>
      <dgm:t>
        <a:bodyPr/>
        <a:lstStyle/>
        <a:p>
          <a:endParaRPr lang="en-US"/>
        </a:p>
      </dgm:t>
    </dgm:pt>
    <dgm:pt modelId="{4474029F-4FB4-134B-99D3-D6018AA0B9AF}" type="sibTrans" cxnId="{3891C079-0CB7-F94C-BC9E-2C84BFAC6F27}">
      <dgm:prSet/>
      <dgm:spPr/>
      <dgm:t>
        <a:bodyPr/>
        <a:lstStyle/>
        <a:p>
          <a:endParaRPr lang="en-US"/>
        </a:p>
      </dgm:t>
    </dgm:pt>
    <dgm:pt modelId="{9D54DA3B-7773-D44A-8FAC-9D7DF682AC01}">
      <dgm:prSet phldrT="[Text]"/>
      <dgm:spPr/>
      <dgm:t>
        <a:bodyPr/>
        <a:lstStyle/>
        <a:p>
          <a:r>
            <a:rPr lang="en-US" dirty="0"/>
            <a:t>Local Community component</a:t>
          </a:r>
        </a:p>
      </dgm:t>
    </dgm:pt>
    <dgm:pt modelId="{3EC03AE9-DFDD-184C-B55F-08ED4DD3C1DA}" type="parTrans" cxnId="{8388762F-A5A7-4F49-9D4F-3CFB9698AB45}">
      <dgm:prSet/>
      <dgm:spPr/>
      <dgm:t>
        <a:bodyPr/>
        <a:lstStyle/>
        <a:p>
          <a:endParaRPr lang="en-US"/>
        </a:p>
      </dgm:t>
    </dgm:pt>
    <dgm:pt modelId="{8F87BE2F-1156-C34B-83AB-70670CA7D499}" type="sibTrans" cxnId="{8388762F-A5A7-4F49-9D4F-3CFB9698AB45}">
      <dgm:prSet/>
      <dgm:spPr/>
      <dgm:t>
        <a:bodyPr/>
        <a:lstStyle/>
        <a:p>
          <a:endParaRPr lang="en-US"/>
        </a:p>
      </dgm:t>
    </dgm:pt>
    <dgm:pt modelId="{9333CF42-84C7-2B4D-A18A-FEE7FBAAC132}">
      <dgm:prSet phldrT="[Text]"/>
      <dgm:spPr/>
      <dgm:t>
        <a:bodyPr/>
        <a:lstStyle/>
        <a:p>
          <a:r>
            <a:rPr lang="en-US" dirty="0"/>
            <a:t>Population genetics coalescence component</a:t>
          </a:r>
        </a:p>
      </dgm:t>
    </dgm:pt>
    <dgm:pt modelId="{2FB0E5B1-D93F-1141-B9DE-882C31F7B8C7}" type="parTrans" cxnId="{6A34E62C-E6D3-564E-B337-494C25A5E387}">
      <dgm:prSet/>
      <dgm:spPr/>
      <dgm:t>
        <a:bodyPr/>
        <a:lstStyle/>
        <a:p>
          <a:endParaRPr lang="en-US"/>
        </a:p>
      </dgm:t>
    </dgm:pt>
    <dgm:pt modelId="{DF074A34-C977-3940-9D92-EA324515BF6A}" type="sibTrans" cxnId="{6A34E62C-E6D3-564E-B337-494C25A5E387}">
      <dgm:prSet/>
      <dgm:spPr/>
      <dgm:t>
        <a:bodyPr/>
        <a:lstStyle/>
        <a:p>
          <a:endParaRPr lang="en-US"/>
        </a:p>
      </dgm:t>
    </dgm:pt>
    <dgm:pt modelId="{FBB4678D-ADBE-7E4B-A9E8-B039D8C29E04}">
      <dgm:prSet/>
      <dgm:spPr/>
      <dgm:t>
        <a:bodyPr/>
        <a:lstStyle/>
        <a:p>
          <a:r>
            <a:rPr lang="en-US" dirty="0"/>
            <a:t>Machine Learning for model selection</a:t>
          </a:r>
        </a:p>
      </dgm:t>
    </dgm:pt>
    <dgm:pt modelId="{7C7DB56C-3219-BD4F-9F44-D695E58D0491}" type="parTrans" cxnId="{C8E7D425-DEEA-4F49-B4F6-DF273F53CE70}">
      <dgm:prSet/>
      <dgm:spPr/>
      <dgm:t>
        <a:bodyPr/>
        <a:lstStyle/>
        <a:p>
          <a:endParaRPr lang="en-US"/>
        </a:p>
      </dgm:t>
    </dgm:pt>
    <dgm:pt modelId="{AACC3070-6B52-264F-B5B4-9337A44EB717}" type="sibTrans" cxnId="{C8E7D425-DEEA-4F49-B4F6-DF273F53CE70}">
      <dgm:prSet/>
      <dgm:spPr/>
      <dgm:t>
        <a:bodyPr/>
        <a:lstStyle/>
        <a:p>
          <a:endParaRPr lang="en-US"/>
        </a:p>
      </dgm:t>
    </dgm:pt>
    <dgm:pt modelId="{C7875625-E3A4-B041-B3B1-72DB0D99B447}">
      <dgm:prSet/>
      <dgm:spPr/>
      <dgm:t>
        <a:bodyPr/>
        <a:lstStyle/>
        <a:p>
          <a:r>
            <a:rPr lang="en-US" dirty="0"/>
            <a:t>Metacommunity component</a:t>
          </a:r>
        </a:p>
      </dgm:t>
    </dgm:pt>
    <dgm:pt modelId="{C84A9A10-9249-6441-BA3A-FBD9AA29D64F}" type="parTrans" cxnId="{5FD2A925-4563-0D44-819F-39318C1806AA}">
      <dgm:prSet/>
      <dgm:spPr/>
      <dgm:t>
        <a:bodyPr/>
        <a:lstStyle/>
        <a:p>
          <a:endParaRPr lang="en-US"/>
        </a:p>
      </dgm:t>
    </dgm:pt>
    <dgm:pt modelId="{493C3549-0496-5248-B624-0038A5DCDA79}" type="sibTrans" cxnId="{5FD2A925-4563-0D44-819F-39318C1806AA}">
      <dgm:prSet/>
      <dgm:spPr/>
      <dgm:t>
        <a:bodyPr/>
        <a:lstStyle/>
        <a:p>
          <a:endParaRPr lang="en-US"/>
        </a:p>
      </dgm:t>
    </dgm:pt>
    <dgm:pt modelId="{4D09DB97-E898-EB4C-BA6C-5B869FCA3828}">
      <dgm:prSet/>
      <dgm:spPr/>
      <dgm:t>
        <a:bodyPr/>
        <a:lstStyle/>
        <a:p>
          <a:r>
            <a:rPr lang="en-US" dirty="0"/>
            <a:t>Proportional predicted model class for empirical dataset</a:t>
          </a:r>
        </a:p>
      </dgm:t>
    </dgm:pt>
    <dgm:pt modelId="{64CEAFCB-AC43-C247-888D-02E22DE2117B}" type="parTrans" cxnId="{EDDBCD9D-6A0F-B540-991E-9AD63D3B2361}">
      <dgm:prSet/>
      <dgm:spPr/>
      <dgm:t>
        <a:bodyPr/>
        <a:lstStyle/>
        <a:p>
          <a:endParaRPr lang="en-US"/>
        </a:p>
      </dgm:t>
    </dgm:pt>
    <dgm:pt modelId="{A96F42C6-24FB-AA48-A0E4-DB0EA044505D}" type="sibTrans" cxnId="{EDDBCD9D-6A0F-B540-991E-9AD63D3B2361}">
      <dgm:prSet/>
      <dgm:spPr/>
      <dgm:t>
        <a:bodyPr/>
        <a:lstStyle/>
        <a:p>
          <a:endParaRPr lang="en-US"/>
        </a:p>
      </dgm:t>
    </dgm:pt>
    <dgm:pt modelId="{F47C3C72-0CEE-DA4A-BFA2-263B1BE81B78}" type="pres">
      <dgm:prSet presAssocID="{86D6FE07-13C0-AF4D-9CFD-AAFEE9810846}" presName="Name0" presStyleCnt="0">
        <dgm:presLayoutVars>
          <dgm:dir/>
          <dgm:resizeHandles val="exact"/>
        </dgm:presLayoutVars>
      </dgm:prSet>
      <dgm:spPr/>
    </dgm:pt>
    <dgm:pt modelId="{69594F0B-33FA-0C47-8EA7-45F27074F827}" type="pres">
      <dgm:prSet presAssocID="{060B224B-AD41-5545-ADAA-10014FC81FE8}" presName="node" presStyleLbl="node1" presStyleIdx="0" presStyleCnt="6">
        <dgm:presLayoutVars>
          <dgm:bulletEnabled val="1"/>
        </dgm:presLayoutVars>
      </dgm:prSet>
      <dgm:spPr/>
    </dgm:pt>
    <dgm:pt modelId="{5DD1B409-0F7D-9A45-9009-E4B0ED626AEC}" type="pres">
      <dgm:prSet presAssocID="{4474029F-4FB4-134B-99D3-D6018AA0B9AF}" presName="sibTrans" presStyleLbl="sibTrans2D1" presStyleIdx="0" presStyleCnt="5"/>
      <dgm:spPr/>
    </dgm:pt>
    <dgm:pt modelId="{0C7AFAE9-98DB-5A4D-B305-2968530AEE2C}" type="pres">
      <dgm:prSet presAssocID="{4474029F-4FB4-134B-99D3-D6018AA0B9AF}" presName="connectorText" presStyleLbl="sibTrans2D1" presStyleIdx="0" presStyleCnt="5"/>
      <dgm:spPr/>
    </dgm:pt>
    <dgm:pt modelId="{71D0D422-82CE-0041-8BDA-B73D13D9D2A3}" type="pres">
      <dgm:prSet presAssocID="{C7875625-E3A4-B041-B3B1-72DB0D99B447}" presName="node" presStyleLbl="node1" presStyleIdx="1" presStyleCnt="6">
        <dgm:presLayoutVars>
          <dgm:bulletEnabled val="1"/>
        </dgm:presLayoutVars>
      </dgm:prSet>
      <dgm:spPr/>
    </dgm:pt>
    <dgm:pt modelId="{95522C6D-2F86-CC41-A8F6-9BAB1EE3A672}" type="pres">
      <dgm:prSet presAssocID="{493C3549-0496-5248-B624-0038A5DCDA79}" presName="sibTrans" presStyleLbl="sibTrans2D1" presStyleIdx="1" presStyleCnt="5"/>
      <dgm:spPr/>
    </dgm:pt>
    <dgm:pt modelId="{AB931761-0B85-9543-8764-EF95448D9586}" type="pres">
      <dgm:prSet presAssocID="{493C3549-0496-5248-B624-0038A5DCDA79}" presName="connectorText" presStyleLbl="sibTrans2D1" presStyleIdx="1" presStyleCnt="5"/>
      <dgm:spPr/>
    </dgm:pt>
    <dgm:pt modelId="{F129382F-F0BA-2A46-B628-A13A500DD8CE}" type="pres">
      <dgm:prSet presAssocID="{9D54DA3B-7773-D44A-8FAC-9D7DF682AC01}" presName="node" presStyleLbl="node1" presStyleIdx="2" presStyleCnt="6">
        <dgm:presLayoutVars>
          <dgm:bulletEnabled val="1"/>
        </dgm:presLayoutVars>
      </dgm:prSet>
      <dgm:spPr/>
    </dgm:pt>
    <dgm:pt modelId="{3A40EA72-A64D-404E-B9E2-8121C1D7287B}" type="pres">
      <dgm:prSet presAssocID="{8F87BE2F-1156-C34B-83AB-70670CA7D499}" presName="sibTrans" presStyleLbl="sibTrans2D1" presStyleIdx="2" presStyleCnt="5"/>
      <dgm:spPr/>
    </dgm:pt>
    <dgm:pt modelId="{4742DC9C-AFBE-094B-90E8-538083EAD3DD}" type="pres">
      <dgm:prSet presAssocID="{8F87BE2F-1156-C34B-83AB-70670CA7D499}" presName="connectorText" presStyleLbl="sibTrans2D1" presStyleIdx="2" presStyleCnt="5"/>
      <dgm:spPr/>
    </dgm:pt>
    <dgm:pt modelId="{5ED092AF-C329-3245-8930-66FFBB5D7E2F}" type="pres">
      <dgm:prSet presAssocID="{9333CF42-84C7-2B4D-A18A-FEE7FBAAC132}" presName="node" presStyleLbl="node1" presStyleIdx="3" presStyleCnt="6">
        <dgm:presLayoutVars>
          <dgm:bulletEnabled val="1"/>
        </dgm:presLayoutVars>
      </dgm:prSet>
      <dgm:spPr/>
    </dgm:pt>
    <dgm:pt modelId="{1DC77131-D1AA-3C47-AA96-82DE9B73EF99}" type="pres">
      <dgm:prSet presAssocID="{DF074A34-C977-3940-9D92-EA324515BF6A}" presName="sibTrans" presStyleLbl="sibTrans2D1" presStyleIdx="3" presStyleCnt="5"/>
      <dgm:spPr/>
    </dgm:pt>
    <dgm:pt modelId="{2424BA91-35BA-C743-8135-589C5C22596A}" type="pres">
      <dgm:prSet presAssocID="{DF074A34-C977-3940-9D92-EA324515BF6A}" presName="connectorText" presStyleLbl="sibTrans2D1" presStyleIdx="3" presStyleCnt="5"/>
      <dgm:spPr/>
    </dgm:pt>
    <dgm:pt modelId="{CA3C3434-18D0-CC4C-8B84-0FD97DBC6E7D}" type="pres">
      <dgm:prSet presAssocID="{FBB4678D-ADBE-7E4B-A9E8-B039D8C29E04}" presName="node" presStyleLbl="node1" presStyleIdx="4" presStyleCnt="6">
        <dgm:presLayoutVars>
          <dgm:bulletEnabled val="1"/>
        </dgm:presLayoutVars>
      </dgm:prSet>
      <dgm:spPr/>
    </dgm:pt>
    <dgm:pt modelId="{E0ED5948-70B4-BD4B-BD75-C49F9435DDC7}" type="pres">
      <dgm:prSet presAssocID="{AACC3070-6B52-264F-B5B4-9337A44EB717}" presName="sibTrans" presStyleLbl="sibTrans2D1" presStyleIdx="4" presStyleCnt="5"/>
      <dgm:spPr/>
    </dgm:pt>
    <dgm:pt modelId="{0939E28E-F879-B746-9611-10F810E8A034}" type="pres">
      <dgm:prSet presAssocID="{AACC3070-6B52-264F-B5B4-9337A44EB717}" presName="connectorText" presStyleLbl="sibTrans2D1" presStyleIdx="4" presStyleCnt="5"/>
      <dgm:spPr/>
    </dgm:pt>
    <dgm:pt modelId="{4C3C441D-76FC-3B41-BC3A-0271B128D074}" type="pres">
      <dgm:prSet presAssocID="{4D09DB97-E898-EB4C-BA6C-5B869FCA3828}" presName="node" presStyleLbl="node1" presStyleIdx="5" presStyleCnt="6">
        <dgm:presLayoutVars>
          <dgm:bulletEnabled val="1"/>
        </dgm:presLayoutVars>
      </dgm:prSet>
      <dgm:spPr/>
    </dgm:pt>
  </dgm:ptLst>
  <dgm:cxnLst>
    <dgm:cxn modelId="{26A8D703-D6ED-5D47-BE51-86987089D972}" type="presOf" srcId="{493C3549-0496-5248-B624-0038A5DCDA79}" destId="{95522C6D-2F86-CC41-A8F6-9BAB1EE3A672}" srcOrd="0" destOrd="0" presId="urn:microsoft.com/office/officeart/2005/8/layout/process1"/>
    <dgm:cxn modelId="{E0318A05-6849-8D49-BCCE-3F7627A09638}" type="presOf" srcId="{86D6FE07-13C0-AF4D-9CFD-AAFEE9810846}" destId="{F47C3C72-0CEE-DA4A-BFA2-263B1BE81B78}" srcOrd="0" destOrd="0" presId="urn:microsoft.com/office/officeart/2005/8/layout/process1"/>
    <dgm:cxn modelId="{87E6B90A-2F0A-F943-91D0-3E65DC77B933}" type="presOf" srcId="{DF074A34-C977-3940-9D92-EA324515BF6A}" destId="{1DC77131-D1AA-3C47-AA96-82DE9B73EF99}" srcOrd="0" destOrd="0" presId="urn:microsoft.com/office/officeart/2005/8/layout/process1"/>
    <dgm:cxn modelId="{75A17E13-68D3-EB4E-8EDC-848298847ED4}" type="presOf" srcId="{AACC3070-6B52-264F-B5B4-9337A44EB717}" destId="{0939E28E-F879-B746-9611-10F810E8A034}" srcOrd="1" destOrd="0" presId="urn:microsoft.com/office/officeart/2005/8/layout/process1"/>
    <dgm:cxn modelId="{5FD2A925-4563-0D44-819F-39318C1806AA}" srcId="{86D6FE07-13C0-AF4D-9CFD-AAFEE9810846}" destId="{C7875625-E3A4-B041-B3B1-72DB0D99B447}" srcOrd="1" destOrd="0" parTransId="{C84A9A10-9249-6441-BA3A-FBD9AA29D64F}" sibTransId="{493C3549-0496-5248-B624-0038A5DCDA79}"/>
    <dgm:cxn modelId="{C8E7D425-DEEA-4F49-B4F6-DF273F53CE70}" srcId="{86D6FE07-13C0-AF4D-9CFD-AAFEE9810846}" destId="{FBB4678D-ADBE-7E4B-A9E8-B039D8C29E04}" srcOrd="4" destOrd="0" parTransId="{7C7DB56C-3219-BD4F-9F44-D695E58D0491}" sibTransId="{AACC3070-6B52-264F-B5B4-9337A44EB717}"/>
    <dgm:cxn modelId="{6A34E62C-E6D3-564E-B337-494C25A5E387}" srcId="{86D6FE07-13C0-AF4D-9CFD-AAFEE9810846}" destId="{9333CF42-84C7-2B4D-A18A-FEE7FBAAC132}" srcOrd="3" destOrd="0" parTransId="{2FB0E5B1-D93F-1141-B9DE-882C31F7B8C7}" sibTransId="{DF074A34-C977-3940-9D92-EA324515BF6A}"/>
    <dgm:cxn modelId="{8388762F-A5A7-4F49-9D4F-3CFB9698AB45}" srcId="{86D6FE07-13C0-AF4D-9CFD-AAFEE9810846}" destId="{9D54DA3B-7773-D44A-8FAC-9D7DF682AC01}" srcOrd="2" destOrd="0" parTransId="{3EC03AE9-DFDD-184C-B55F-08ED4DD3C1DA}" sibTransId="{8F87BE2F-1156-C34B-83AB-70670CA7D499}"/>
    <dgm:cxn modelId="{E790A03B-D54F-F44B-8F2E-BFD62E4766BC}" type="presOf" srcId="{FBB4678D-ADBE-7E4B-A9E8-B039D8C29E04}" destId="{CA3C3434-18D0-CC4C-8B84-0FD97DBC6E7D}" srcOrd="0" destOrd="0" presId="urn:microsoft.com/office/officeart/2005/8/layout/process1"/>
    <dgm:cxn modelId="{78463D5A-5152-8047-AB93-2485D4ACCD30}" type="presOf" srcId="{9D54DA3B-7773-D44A-8FAC-9D7DF682AC01}" destId="{F129382F-F0BA-2A46-B628-A13A500DD8CE}" srcOrd="0" destOrd="0" presId="urn:microsoft.com/office/officeart/2005/8/layout/process1"/>
    <dgm:cxn modelId="{58056A67-9FF4-224C-965F-0C02326E6FCE}" type="presOf" srcId="{4474029F-4FB4-134B-99D3-D6018AA0B9AF}" destId="{5DD1B409-0F7D-9A45-9009-E4B0ED626AEC}" srcOrd="0" destOrd="0" presId="urn:microsoft.com/office/officeart/2005/8/layout/process1"/>
    <dgm:cxn modelId="{E023A66E-13A6-004D-B78C-E3D7D7753612}" type="presOf" srcId="{AACC3070-6B52-264F-B5B4-9337A44EB717}" destId="{E0ED5948-70B4-BD4B-BD75-C49F9435DDC7}" srcOrd="0" destOrd="0" presId="urn:microsoft.com/office/officeart/2005/8/layout/process1"/>
    <dgm:cxn modelId="{169D3577-57B5-0643-A7BB-C7A9A310499C}" type="presOf" srcId="{493C3549-0496-5248-B624-0038A5DCDA79}" destId="{AB931761-0B85-9543-8764-EF95448D9586}" srcOrd="1" destOrd="0" presId="urn:microsoft.com/office/officeart/2005/8/layout/process1"/>
    <dgm:cxn modelId="{3891C079-0CB7-F94C-BC9E-2C84BFAC6F27}" srcId="{86D6FE07-13C0-AF4D-9CFD-AAFEE9810846}" destId="{060B224B-AD41-5545-ADAA-10014FC81FE8}" srcOrd="0" destOrd="0" parTransId="{03307BB7-AB4F-9C47-BF81-9D7C67740249}" sibTransId="{4474029F-4FB4-134B-99D3-D6018AA0B9AF}"/>
    <dgm:cxn modelId="{6093A28E-77EC-704B-9E1D-5D8F635EE42A}" type="presOf" srcId="{4474029F-4FB4-134B-99D3-D6018AA0B9AF}" destId="{0C7AFAE9-98DB-5A4D-B305-2968530AEE2C}" srcOrd="1" destOrd="0" presId="urn:microsoft.com/office/officeart/2005/8/layout/process1"/>
    <dgm:cxn modelId="{EDDBCD9D-6A0F-B540-991E-9AD63D3B2361}" srcId="{86D6FE07-13C0-AF4D-9CFD-AAFEE9810846}" destId="{4D09DB97-E898-EB4C-BA6C-5B869FCA3828}" srcOrd="5" destOrd="0" parTransId="{64CEAFCB-AC43-C247-888D-02E22DE2117B}" sibTransId="{A96F42C6-24FB-AA48-A0E4-DB0EA044505D}"/>
    <dgm:cxn modelId="{B2BF72A3-870A-5646-86CC-6A279739B9E8}" type="presOf" srcId="{DF074A34-C977-3940-9D92-EA324515BF6A}" destId="{2424BA91-35BA-C743-8135-589C5C22596A}" srcOrd="1" destOrd="0" presId="urn:microsoft.com/office/officeart/2005/8/layout/process1"/>
    <dgm:cxn modelId="{838EEAB1-B8AF-9F42-8DF4-4DE4FB3627A5}" type="presOf" srcId="{9333CF42-84C7-2B4D-A18A-FEE7FBAAC132}" destId="{5ED092AF-C329-3245-8930-66FFBB5D7E2F}" srcOrd="0" destOrd="0" presId="urn:microsoft.com/office/officeart/2005/8/layout/process1"/>
    <dgm:cxn modelId="{BBEA64C4-2539-A646-81FF-8A21C9F2169D}" type="presOf" srcId="{8F87BE2F-1156-C34B-83AB-70670CA7D499}" destId="{3A40EA72-A64D-404E-B9E2-8121C1D7287B}" srcOrd="0" destOrd="0" presId="urn:microsoft.com/office/officeart/2005/8/layout/process1"/>
    <dgm:cxn modelId="{2BBCD6DD-D29B-934B-B721-6D7D5F06E6EA}" type="presOf" srcId="{8F87BE2F-1156-C34B-83AB-70670CA7D499}" destId="{4742DC9C-AFBE-094B-90E8-538083EAD3DD}" srcOrd="1" destOrd="0" presId="urn:microsoft.com/office/officeart/2005/8/layout/process1"/>
    <dgm:cxn modelId="{8C56D8DE-51DF-9144-910B-31BE119E9E77}" type="presOf" srcId="{C7875625-E3A4-B041-B3B1-72DB0D99B447}" destId="{71D0D422-82CE-0041-8BDA-B73D13D9D2A3}" srcOrd="0" destOrd="0" presId="urn:microsoft.com/office/officeart/2005/8/layout/process1"/>
    <dgm:cxn modelId="{DE9B84F1-86BE-4348-9B3C-8674C7776AAB}" type="presOf" srcId="{060B224B-AD41-5545-ADAA-10014FC81FE8}" destId="{69594F0B-33FA-0C47-8EA7-45F27074F827}" srcOrd="0" destOrd="0" presId="urn:microsoft.com/office/officeart/2005/8/layout/process1"/>
    <dgm:cxn modelId="{DBDF55F3-72A4-D14A-B207-DA73040D1D1C}" type="presOf" srcId="{4D09DB97-E898-EB4C-BA6C-5B869FCA3828}" destId="{4C3C441D-76FC-3B41-BC3A-0271B128D074}" srcOrd="0" destOrd="0" presId="urn:microsoft.com/office/officeart/2005/8/layout/process1"/>
    <dgm:cxn modelId="{6FFB3503-6900-934C-9627-F39DE76BD083}" type="presParOf" srcId="{F47C3C72-0CEE-DA4A-BFA2-263B1BE81B78}" destId="{69594F0B-33FA-0C47-8EA7-45F27074F827}" srcOrd="0" destOrd="0" presId="urn:microsoft.com/office/officeart/2005/8/layout/process1"/>
    <dgm:cxn modelId="{2B21ABA4-4152-2344-803B-A511CDEB0D9F}" type="presParOf" srcId="{F47C3C72-0CEE-DA4A-BFA2-263B1BE81B78}" destId="{5DD1B409-0F7D-9A45-9009-E4B0ED626AEC}" srcOrd="1" destOrd="0" presId="urn:microsoft.com/office/officeart/2005/8/layout/process1"/>
    <dgm:cxn modelId="{A6B7D5F6-8F1F-3B46-B622-AEBF8726B605}" type="presParOf" srcId="{5DD1B409-0F7D-9A45-9009-E4B0ED626AEC}" destId="{0C7AFAE9-98DB-5A4D-B305-2968530AEE2C}" srcOrd="0" destOrd="0" presId="urn:microsoft.com/office/officeart/2005/8/layout/process1"/>
    <dgm:cxn modelId="{0C0C5FF1-D955-D044-9FA4-349B8C83E8F0}" type="presParOf" srcId="{F47C3C72-0CEE-DA4A-BFA2-263B1BE81B78}" destId="{71D0D422-82CE-0041-8BDA-B73D13D9D2A3}" srcOrd="2" destOrd="0" presId="urn:microsoft.com/office/officeart/2005/8/layout/process1"/>
    <dgm:cxn modelId="{3AD538FB-42F1-E942-917D-BC8A42DFDB46}" type="presParOf" srcId="{F47C3C72-0CEE-DA4A-BFA2-263B1BE81B78}" destId="{95522C6D-2F86-CC41-A8F6-9BAB1EE3A672}" srcOrd="3" destOrd="0" presId="urn:microsoft.com/office/officeart/2005/8/layout/process1"/>
    <dgm:cxn modelId="{E632D1C7-49F1-9145-9DDA-C34642B8B935}" type="presParOf" srcId="{95522C6D-2F86-CC41-A8F6-9BAB1EE3A672}" destId="{AB931761-0B85-9543-8764-EF95448D9586}" srcOrd="0" destOrd="0" presId="urn:microsoft.com/office/officeart/2005/8/layout/process1"/>
    <dgm:cxn modelId="{AA66599C-0524-1549-980D-6A66D2B3A4A9}" type="presParOf" srcId="{F47C3C72-0CEE-DA4A-BFA2-263B1BE81B78}" destId="{F129382F-F0BA-2A46-B628-A13A500DD8CE}" srcOrd="4" destOrd="0" presId="urn:microsoft.com/office/officeart/2005/8/layout/process1"/>
    <dgm:cxn modelId="{C49FF77B-289F-B240-A8E9-A30F17FAEEF6}" type="presParOf" srcId="{F47C3C72-0CEE-DA4A-BFA2-263B1BE81B78}" destId="{3A40EA72-A64D-404E-B9E2-8121C1D7287B}" srcOrd="5" destOrd="0" presId="urn:microsoft.com/office/officeart/2005/8/layout/process1"/>
    <dgm:cxn modelId="{81BF9AAD-6D54-4C4D-9382-D6CEA1F75A5C}" type="presParOf" srcId="{3A40EA72-A64D-404E-B9E2-8121C1D7287B}" destId="{4742DC9C-AFBE-094B-90E8-538083EAD3DD}" srcOrd="0" destOrd="0" presId="urn:microsoft.com/office/officeart/2005/8/layout/process1"/>
    <dgm:cxn modelId="{5F8D8A47-1629-FF4B-A94D-C702D52634BC}" type="presParOf" srcId="{F47C3C72-0CEE-DA4A-BFA2-263B1BE81B78}" destId="{5ED092AF-C329-3245-8930-66FFBB5D7E2F}" srcOrd="6" destOrd="0" presId="urn:microsoft.com/office/officeart/2005/8/layout/process1"/>
    <dgm:cxn modelId="{D30CDC85-74E5-4341-A784-B9DD3BF325E5}" type="presParOf" srcId="{F47C3C72-0CEE-DA4A-BFA2-263B1BE81B78}" destId="{1DC77131-D1AA-3C47-AA96-82DE9B73EF99}" srcOrd="7" destOrd="0" presId="urn:microsoft.com/office/officeart/2005/8/layout/process1"/>
    <dgm:cxn modelId="{0402CC9B-D0B3-2C47-A893-EB338E17B2E5}" type="presParOf" srcId="{1DC77131-D1AA-3C47-AA96-82DE9B73EF99}" destId="{2424BA91-35BA-C743-8135-589C5C22596A}" srcOrd="0" destOrd="0" presId="urn:microsoft.com/office/officeart/2005/8/layout/process1"/>
    <dgm:cxn modelId="{6BDAD3C4-6342-6B41-B350-031EA3597CDD}" type="presParOf" srcId="{F47C3C72-0CEE-DA4A-BFA2-263B1BE81B78}" destId="{CA3C3434-18D0-CC4C-8B84-0FD97DBC6E7D}" srcOrd="8" destOrd="0" presId="urn:microsoft.com/office/officeart/2005/8/layout/process1"/>
    <dgm:cxn modelId="{9160100A-19FC-1945-8062-7F973C66CD8C}" type="presParOf" srcId="{F47C3C72-0CEE-DA4A-BFA2-263B1BE81B78}" destId="{E0ED5948-70B4-BD4B-BD75-C49F9435DDC7}" srcOrd="9" destOrd="0" presId="urn:microsoft.com/office/officeart/2005/8/layout/process1"/>
    <dgm:cxn modelId="{00E44001-0F55-2047-8579-60DDC97B07F8}" type="presParOf" srcId="{E0ED5948-70B4-BD4B-BD75-C49F9435DDC7}" destId="{0939E28E-F879-B746-9611-10F810E8A034}" srcOrd="0" destOrd="0" presId="urn:microsoft.com/office/officeart/2005/8/layout/process1"/>
    <dgm:cxn modelId="{4CAC3DD8-AFBC-954B-A5B5-8F35033F9556}" type="presParOf" srcId="{F47C3C72-0CEE-DA4A-BFA2-263B1BE81B78}" destId="{4C3C441D-76FC-3B41-BC3A-0271B128D074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594F0B-33FA-0C47-8EA7-45F27074F827}">
      <dsp:nvSpPr>
        <dsp:cNvPr id="0" name=""/>
        <dsp:cNvSpPr/>
      </dsp:nvSpPr>
      <dsp:spPr>
        <a:xfrm>
          <a:off x="0" y="2122880"/>
          <a:ext cx="1421704" cy="1172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For each of neutral, competition and environmental filtering models </a:t>
          </a:r>
        </a:p>
      </dsp:txBody>
      <dsp:txXfrm>
        <a:off x="34353" y="2157233"/>
        <a:ext cx="1352998" cy="1104199"/>
      </dsp:txXfrm>
    </dsp:sp>
    <dsp:sp modelId="{5DD1B409-0F7D-9A45-9009-E4B0ED626AEC}">
      <dsp:nvSpPr>
        <dsp:cNvPr id="0" name=""/>
        <dsp:cNvSpPr/>
      </dsp:nvSpPr>
      <dsp:spPr>
        <a:xfrm>
          <a:off x="1563874" y="2533042"/>
          <a:ext cx="301401" cy="352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63874" y="2603558"/>
        <a:ext cx="210981" cy="211550"/>
      </dsp:txXfrm>
    </dsp:sp>
    <dsp:sp modelId="{71D0D422-82CE-0041-8BDA-B73D13D9D2A3}">
      <dsp:nvSpPr>
        <dsp:cNvPr id="0" name=""/>
        <dsp:cNvSpPr/>
      </dsp:nvSpPr>
      <dsp:spPr>
        <a:xfrm>
          <a:off x="1990385" y="2122880"/>
          <a:ext cx="1421704" cy="1172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Metacommunity component</a:t>
          </a:r>
        </a:p>
      </dsp:txBody>
      <dsp:txXfrm>
        <a:off x="2024738" y="2157233"/>
        <a:ext cx="1352998" cy="1104199"/>
      </dsp:txXfrm>
    </dsp:sp>
    <dsp:sp modelId="{95522C6D-2F86-CC41-A8F6-9BAB1EE3A672}">
      <dsp:nvSpPr>
        <dsp:cNvPr id="0" name=""/>
        <dsp:cNvSpPr/>
      </dsp:nvSpPr>
      <dsp:spPr>
        <a:xfrm>
          <a:off x="3554260" y="2533042"/>
          <a:ext cx="301401" cy="352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554260" y="2603558"/>
        <a:ext cx="210981" cy="211550"/>
      </dsp:txXfrm>
    </dsp:sp>
    <dsp:sp modelId="{F129382F-F0BA-2A46-B628-A13A500DD8CE}">
      <dsp:nvSpPr>
        <dsp:cNvPr id="0" name=""/>
        <dsp:cNvSpPr/>
      </dsp:nvSpPr>
      <dsp:spPr>
        <a:xfrm>
          <a:off x="3980771" y="2122880"/>
          <a:ext cx="1421704" cy="1172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Local Community component</a:t>
          </a:r>
        </a:p>
      </dsp:txBody>
      <dsp:txXfrm>
        <a:off x="4015124" y="2157233"/>
        <a:ext cx="1352998" cy="1104199"/>
      </dsp:txXfrm>
    </dsp:sp>
    <dsp:sp modelId="{3A40EA72-A64D-404E-B9E2-8121C1D7287B}">
      <dsp:nvSpPr>
        <dsp:cNvPr id="0" name=""/>
        <dsp:cNvSpPr/>
      </dsp:nvSpPr>
      <dsp:spPr>
        <a:xfrm>
          <a:off x="5544646" y="2533042"/>
          <a:ext cx="301401" cy="352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544646" y="2603558"/>
        <a:ext cx="210981" cy="211550"/>
      </dsp:txXfrm>
    </dsp:sp>
    <dsp:sp modelId="{5ED092AF-C329-3245-8930-66FFBB5D7E2F}">
      <dsp:nvSpPr>
        <dsp:cNvPr id="0" name=""/>
        <dsp:cNvSpPr/>
      </dsp:nvSpPr>
      <dsp:spPr>
        <a:xfrm>
          <a:off x="5971157" y="2122880"/>
          <a:ext cx="1421704" cy="1172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Population genetics coalescence component</a:t>
          </a:r>
        </a:p>
      </dsp:txBody>
      <dsp:txXfrm>
        <a:off x="6005510" y="2157233"/>
        <a:ext cx="1352998" cy="1104199"/>
      </dsp:txXfrm>
    </dsp:sp>
    <dsp:sp modelId="{1DC77131-D1AA-3C47-AA96-82DE9B73EF99}">
      <dsp:nvSpPr>
        <dsp:cNvPr id="0" name=""/>
        <dsp:cNvSpPr/>
      </dsp:nvSpPr>
      <dsp:spPr>
        <a:xfrm>
          <a:off x="7535031" y="2533042"/>
          <a:ext cx="301401" cy="352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535031" y="2603558"/>
        <a:ext cx="210981" cy="211550"/>
      </dsp:txXfrm>
    </dsp:sp>
    <dsp:sp modelId="{CA3C3434-18D0-CC4C-8B84-0FD97DBC6E7D}">
      <dsp:nvSpPr>
        <dsp:cNvPr id="0" name=""/>
        <dsp:cNvSpPr/>
      </dsp:nvSpPr>
      <dsp:spPr>
        <a:xfrm>
          <a:off x="7961543" y="2122880"/>
          <a:ext cx="1421704" cy="1172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Machine Learning for model selection</a:t>
          </a:r>
        </a:p>
      </dsp:txBody>
      <dsp:txXfrm>
        <a:off x="7995896" y="2157233"/>
        <a:ext cx="1352998" cy="1104199"/>
      </dsp:txXfrm>
    </dsp:sp>
    <dsp:sp modelId="{E0ED5948-70B4-BD4B-BD75-C49F9435DDC7}">
      <dsp:nvSpPr>
        <dsp:cNvPr id="0" name=""/>
        <dsp:cNvSpPr/>
      </dsp:nvSpPr>
      <dsp:spPr>
        <a:xfrm>
          <a:off x="9525417" y="2533042"/>
          <a:ext cx="301401" cy="352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9525417" y="2603558"/>
        <a:ext cx="210981" cy="211550"/>
      </dsp:txXfrm>
    </dsp:sp>
    <dsp:sp modelId="{4C3C441D-76FC-3B41-BC3A-0271B128D074}">
      <dsp:nvSpPr>
        <dsp:cNvPr id="0" name=""/>
        <dsp:cNvSpPr/>
      </dsp:nvSpPr>
      <dsp:spPr>
        <a:xfrm>
          <a:off x="9951928" y="2122880"/>
          <a:ext cx="1421704" cy="1172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Proportional predicted model class for empirical dataset</a:t>
          </a:r>
        </a:p>
      </dsp:txBody>
      <dsp:txXfrm>
        <a:off x="9986281" y="2157233"/>
        <a:ext cx="1352998" cy="1104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28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2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5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2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5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4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62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9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5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4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715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82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50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66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38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32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71A75E-C040-A34B-9773-C89130E45F1B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74E384-D636-0A4D-94FF-7E1D8E3E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8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15D0-8E9D-734B-A8A4-6AB2FB1EE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3800" dirty="0"/>
              <a:t>MESS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A7F65-ED5A-C04D-9ADC-BF13AD34D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Massive eco-evolutionary synthesis simulations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C28ED-5402-9840-9166-3D04A34469E2}"/>
              </a:ext>
            </a:extLst>
          </p:cNvPr>
          <p:cNvSpPr txBox="1"/>
          <p:nvPr/>
        </p:nvSpPr>
        <p:spPr>
          <a:xfrm>
            <a:off x="3349487" y="5168348"/>
            <a:ext cx="7991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﻿A unified model of species abundance, genetic diversity, and functional diversity reveals the mechanisms structuring ecological communities (Overcast </a:t>
            </a:r>
            <a:r>
              <a:rPr lang="en-US" i="1" dirty="0"/>
              <a:t>et al., </a:t>
            </a:r>
            <a:r>
              <a:rPr lang="en-US" dirty="0"/>
              <a:t>2020)</a:t>
            </a:r>
          </a:p>
        </p:txBody>
      </p:sp>
    </p:spTree>
    <p:extLst>
      <p:ext uri="{BB962C8B-B14F-4D97-AF65-F5344CB8AC3E}">
        <p14:creationId xmlns:p14="http://schemas.microsoft.com/office/powerpoint/2010/main" val="3945855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990E-7280-D04E-8062-D8FDB7DE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Mess: inputs and outputs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5111D-3CD9-2B4D-A18F-186B15AC387A}"/>
              </a:ext>
            </a:extLst>
          </p:cNvPr>
          <p:cNvSpPr txBox="1"/>
          <p:nvPr/>
        </p:nvSpPr>
        <p:spPr>
          <a:xfrm>
            <a:off x="775252" y="2186609"/>
            <a:ext cx="3200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two of three biodiversity data types:</a:t>
            </a:r>
          </a:p>
          <a:p>
            <a:endParaRPr lang="en-US" dirty="0"/>
          </a:p>
          <a:p>
            <a:pPr marL="342900" indent="-342900">
              <a:buAutoNum type="alphaUcParenR"/>
            </a:pPr>
            <a:r>
              <a:rPr lang="en-US" dirty="0"/>
              <a:t>Species richness and abundance</a:t>
            </a:r>
          </a:p>
          <a:p>
            <a:pPr marL="342900" indent="-342900">
              <a:buAutoNum type="alphaUcParenR"/>
            </a:pPr>
            <a:endParaRPr lang="en-US" dirty="0"/>
          </a:p>
          <a:p>
            <a:pPr marL="342900" indent="-342900">
              <a:buAutoNum type="alphaUcParenR"/>
            </a:pPr>
            <a:r>
              <a:rPr lang="en-US" dirty="0"/>
              <a:t>Population genetic diversities</a:t>
            </a:r>
          </a:p>
          <a:p>
            <a:pPr marL="342900" indent="-342900">
              <a:buAutoNum type="alphaUcParenR"/>
            </a:pPr>
            <a:endParaRPr lang="en-US" dirty="0"/>
          </a:p>
          <a:p>
            <a:pPr marL="342900" indent="-342900">
              <a:buAutoNum type="alphaUcParenR"/>
            </a:pPr>
            <a:r>
              <a:rPr lang="en-US" dirty="0"/>
              <a:t>Trait variations in a phylogenetic context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13EE093B-66DD-FA41-8F97-F96D8B74ED2A}"/>
              </a:ext>
            </a:extLst>
          </p:cNvPr>
          <p:cNvSpPr/>
          <p:nvPr/>
        </p:nvSpPr>
        <p:spPr>
          <a:xfrm>
            <a:off x="3975652" y="2625472"/>
            <a:ext cx="3120887" cy="269042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MESS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5E939-90EA-EF42-9390-906466E000D8}"/>
              </a:ext>
            </a:extLst>
          </p:cNvPr>
          <p:cNvSpPr txBox="1"/>
          <p:nvPr/>
        </p:nvSpPr>
        <p:spPr>
          <a:xfrm>
            <a:off x="7921487" y="1194311"/>
            <a:ext cx="320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relative contributions of neutral and non-neutral </a:t>
            </a:r>
            <a:r>
              <a:rPr lang="en-GB" dirty="0"/>
              <a:t>community assembly processes</a:t>
            </a:r>
          </a:p>
          <a:p>
            <a:endParaRPr lang="en-GB" dirty="0"/>
          </a:p>
          <a:p>
            <a:r>
              <a:rPr lang="en-GB" dirty="0"/>
              <a:t>If TRAIT VARIATIONS are included then, within non-neutral processes, the relative influence of competition and environmental filtering can be discerned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17C564-27A7-A54F-A775-03C265B6537D}"/>
              </a:ext>
            </a:extLst>
          </p:cNvPr>
          <p:cNvCxnSpPr>
            <a:cxnSpLocks/>
          </p:cNvCxnSpPr>
          <p:nvPr/>
        </p:nvCxnSpPr>
        <p:spPr>
          <a:xfrm>
            <a:off x="3150704" y="3369366"/>
            <a:ext cx="972309" cy="98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1A0C6F-EFC0-4547-9E41-9A59C7755630}"/>
              </a:ext>
            </a:extLst>
          </p:cNvPr>
          <p:cNvCxnSpPr>
            <a:cxnSpLocks/>
          </p:cNvCxnSpPr>
          <p:nvPr/>
        </p:nvCxnSpPr>
        <p:spPr>
          <a:xfrm flipV="1">
            <a:off x="3071191" y="4134678"/>
            <a:ext cx="86556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DD86AA-9C9A-2A4E-AEB1-71A4E1226A99}"/>
              </a:ext>
            </a:extLst>
          </p:cNvPr>
          <p:cNvCxnSpPr>
            <a:cxnSpLocks/>
          </p:cNvCxnSpPr>
          <p:nvPr/>
        </p:nvCxnSpPr>
        <p:spPr>
          <a:xfrm flipV="1">
            <a:off x="3260035" y="4573543"/>
            <a:ext cx="715617" cy="4753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FE0306-83BE-8049-94C2-DC7848E54D48}"/>
              </a:ext>
            </a:extLst>
          </p:cNvPr>
          <p:cNvCxnSpPr>
            <a:cxnSpLocks/>
          </p:cNvCxnSpPr>
          <p:nvPr/>
        </p:nvCxnSpPr>
        <p:spPr>
          <a:xfrm flipV="1">
            <a:off x="6736141" y="2065867"/>
            <a:ext cx="1076015" cy="806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79DC59-977D-A040-BD4D-F0D6B1FBF57A}"/>
              </a:ext>
            </a:extLst>
          </p:cNvPr>
          <p:cNvCxnSpPr>
            <a:cxnSpLocks/>
          </p:cNvCxnSpPr>
          <p:nvPr/>
        </p:nvCxnSpPr>
        <p:spPr>
          <a:xfrm>
            <a:off x="6855842" y="4811237"/>
            <a:ext cx="920010" cy="3869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B256F889-C84B-E34B-A717-2EF011F2B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487" y="4322800"/>
            <a:ext cx="3619500" cy="222250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83C686-BD6E-AB45-8B49-F6C3AB894CE9}"/>
              </a:ext>
            </a:extLst>
          </p:cNvPr>
          <p:cNvCxnSpPr>
            <a:cxnSpLocks/>
          </p:cNvCxnSpPr>
          <p:nvPr/>
        </p:nvCxnSpPr>
        <p:spPr>
          <a:xfrm flipV="1">
            <a:off x="7096539" y="3627783"/>
            <a:ext cx="71561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77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2D54-82A0-3F48-9F81-88B94A84A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Mess: the grizzly innards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9ABE5FE-2CAA-6049-B6D0-E12E7BBE33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5437299"/>
              </p:ext>
            </p:extLst>
          </p:nvPr>
        </p:nvGraphicFramePr>
        <p:xfrm>
          <a:off x="413359" y="719666"/>
          <a:ext cx="1137363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658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8301-F205-744C-BE2B-60A972F8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485D69-F5A2-CC40-A46F-840F6B9FE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0736" y="2409894"/>
            <a:ext cx="5356561" cy="3649662"/>
          </a:xfrm>
        </p:spPr>
      </p:pic>
    </p:spTree>
    <p:extLst>
      <p:ext uri="{BB962C8B-B14F-4D97-AF65-F5344CB8AC3E}">
        <p14:creationId xmlns:p14="http://schemas.microsoft.com/office/powerpoint/2010/main" val="26844514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{03C946EE-8A10-8F4B-AE20-0043AC6DB371}tf10001058</Template>
  <TotalTime>281</TotalTime>
  <Words>128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Celestial</vt:lpstr>
      <vt:lpstr>MESS</vt:lpstr>
      <vt:lpstr>Mess: inputs and outputs</vt:lpstr>
      <vt:lpstr>Mess: the grizzly innards</vt:lpstr>
      <vt:lpstr>Applications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</dc:title>
  <dc:creator>Amy Bo Tinky Solman</dc:creator>
  <cp:lastModifiedBy>Amy Bo Tinky Solman</cp:lastModifiedBy>
  <cp:revision>5</cp:revision>
  <dcterms:created xsi:type="dcterms:W3CDTF">2020-11-19T10:36:29Z</dcterms:created>
  <dcterms:modified xsi:type="dcterms:W3CDTF">2020-11-19T15:18:23Z</dcterms:modified>
</cp:coreProperties>
</file>